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81c5891464a4b98" /><Relationship Type="http://schemas.openxmlformats.org/officeDocument/2006/relationships/extended-properties" Target="/docProps/app.xml" Id="R004fc393de92428f" /><Relationship Type="http://schemas.openxmlformats.org/officeDocument/2006/relationships/officeDocument" Target="/ppt/presentation.xml" Id="R818879ec18be48e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077b499f4b140bc"/>
  </p:sldMasterIdLst>
  <p:notesMasterIdLst>
    <p:notesMasterId xmlns:r="http://schemas.openxmlformats.org/officeDocument/2006/relationships" r:id="Re03965aef2d24b99"/>
  </p:notesMasterIdLst>
  <p:sldIdLst>
    <p:sldId xmlns:r="http://schemas.openxmlformats.org/officeDocument/2006/relationships" id="256" r:id="R67a1e2e2f8094a6d"/>
    <p:sldId xmlns:r="http://schemas.openxmlformats.org/officeDocument/2006/relationships" id="257" r:id="R5625da2abf014c8b"/>
    <p:sldId xmlns:r="http://schemas.openxmlformats.org/officeDocument/2006/relationships" id="258" r:id="Rbf19db9fbbe44123"/>
    <p:sldId xmlns:r="http://schemas.openxmlformats.org/officeDocument/2006/relationships" id="259" r:id="Rca348b2126f64ead"/>
    <p:sldId xmlns:r="http://schemas.openxmlformats.org/officeDocument/2006/relationships" id="260" r:id="Rd6f45dcec36c45a7"/>
    <p:sldId xmlns:r="http://schemas.openxmlformats.org/officeDocument/2006/relationships" id="261" r:id="Rf96e27403919422d"/>
    <p:sldId xmlns:r="http://schemas.openxmlformats.org/officeDocument/2006/relationships" id="262" r:id="Redf4037d430945ae"/>
    <p:sldId xmlns:r="http://schemas.openxmlformats.org/officeDocument/2006/relationships" id="263" r:id="R387ecb51c76f461f"/>
    <p:sldId xmlns:r="http://schemas.openxmlformats.org/officeDocument/2006/relationships" id="264" r:id="R10a63112c46547ee"/>
    <p:sldId xmlns:r="http://schemas.openxmlformats.org/officeDocument/2006/relationships" id="265" r:id="Rf2380d9f70a54a38"/>
    <p:sldId xmlns:r="http://schemas.openxmlformats.org/officeDocument/2006/relationships" id="266" r:id="Ra6c9b305e5df4bb4"/>
    <p:sldId xmlns:r="http://schemas.openxmlformats.org/officeDocument/2006/relationships" id="267" r:id="R3946bb940ff54d57"/>
    <p:sldId xmlns:r="http://schemas.openxmlformats.org/officeDocument/2006/relationships" id="268" r:id="Rf0933b9891974038"/>
    <p:sldId xmlns:r="http://schemas.openxmlformats.org/officeDocument/2006/relationships" id="269" r:id="Ra5a5bf9807d947bb"/>
    <p:sldId xmlns:r="http://schemas.openxmlformats.org/officeDocument/2006/relationships" id="270" r:id="R31026cbc2fa9432b"/>
    <p:sldId xmlns:r="http://schemas.openxmlformats.org/officeDocument/2006/relationships" id="271" r:id="Rec2744e8904c46e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f2f8904e71341a5" /><Relationship Type="http://schemas.openxmlformats.org/officeDocument/2006/relationships/slideMaster" Target="/ppt/slideMasters/slideMaster1.xml" Id="R6077b499f4b140bc" /><Relationship Type="http://schemas.openxmlformats.org/officeDocument/2006/relationships/notesMaster" Target="/ppt/notesMasters/notesMaster1.xml" Id="Re03965aef2d24b99" /><Relationship Type="http://schemas.openxmlformats.org/officeDocument/2006/relationships/presProps" Target="/ppt/presProps.xml" Id="R1641bc91cfe2409f" /><Relationship Type="http://schemas.openxmlformats.org/officeDocument/2006/relationships/tableStyles" Target="/ppt/tableStyles.xml" Id="R96e7f50f024c403a" /><Relationship Type="http://schemas.openxmlformats.org/officeDocument/2006/relationships/slide" Target="/ppt/slides/slide1.xml" Id="R67a1e2e2f8094a6d" /><Relationship Type="http://schemas.openxmlformats.org/officeDocument/2006/relationships/slide" Target="/ppt/slides/slide2.xml" Id="R5625da2abf014c8b" /><Relationship Type="http://schemas.openxmlformats.org/officeDocument/2006/relationships/slide" Target="/ppt/slides/slide3.xml" Id="Rbf19db9fbbe44123" /><Relationship Type="http://schemas.openxmlformats.org/officeDocument/2006/relationships/slide" Target="/ppt/slides/slide4.xml" Id="Rca348b2126f64ead" /><Relationship Type="http://schemas.openxmlformats.org/officeDocument/2006/relationships/slide" Target="/ppt/slides/slide5.xml" Id="Rd6f45dcec36c45a7" /><Relationship Type="http://schemas.openxmlformats.org/officeDocument/2006/relationships/slide" Target="/ppt/slides/slide6.xml" Id="Rf96e27403919422d" /><Relationship Type="http://schemas.openxmlformats.org/officeDocument/2006/relationships/slide" Target="/ppt/slides/slide7.xml" Id="Redf4037d430945ae" /><Relationship Type="http://schemas.openxmlformats.org/officeDocument/2006/relationships/slide" Target="/ppt/slides/slide8.xml" Id="R387ecb51c76f461f" /><Relationship Type="http://schemas.openxmlformats.org/officeDocument/2006/relationships/slide" Target="/ppt/slides/slide9.xml" Id="R10a63112c46547ee" /><Relationship Type="http://schemas.openxmlformats.org/officeDocument/2006/relationships/slide" Target="/ppt/slides/slide10.xml" Id="Rf2380d9f70a54a38" /><Relationship Type="http://schemas.openxmlformats.org/officeDocument/2006/relationships/slide" Target="/ppt/slides/slide11.xml" Id="Ra6c9b305e5df4bb4" /><Relationship Type="http://schemas.openxmlformats.org/officeDocument/2006/relationships/slide" Target="/ppt/slides/slide12.xml" Id="R3946bb940ff54d57" /><Relationship Type="http://schemas.openxmlformats.org/officeDocument/2006/relationships/slide" Target="/ppt/slides/slide13.xml" Id="Rf0933b9891974038" /><Relationship Type="http://schemas.openxmlformats.org/officeDocument/2006/relationships/slide" Target="/ppt/slides/slide14.xml" Id="Ra5a5bf9807d947bb" /><Relationship Type="http://schemas.openxmlformats.org/officeDocument/2006/relationships/slide" Target="/ppt/slides/slide15.xml" Id="R31026cbc2fa9432b" /><Relationship Type="http://schemas.openxmlformats.org/officeDocument/2006/relationships/slide" Target="/ppt/slides/slide16.xml" Id="Rec2744e8904c46e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a06b0b131fd4a2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5e9ab66210b4cb6" /><Relationship Type="http://schemas.openxmlformats.org/officeDocument/2006/relationships/notesMaster" Target="/ppt/notesMasters/notesMaster1.xml" Id="R7f26e97ed545423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3aaf4aa9ddb4da7" /><Relationship Type="http://schemas.openxmlformats.org/officeDocument/2006/relationships/notesMaster" Target="/ppt/notesMasters/notesMaster1.xml" Id="R476a233c9961484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382e50e011849bf" /><Relationship Type="http://schemas.openxmlformats.org/officeDocument/2006/relationships/notesMaster" Target="/ppt/notesMasters/notesMaster1.xml" Id="R77e34921820c408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7c21b0288114474" /><Relationship Type="http://schemas.openxmlformats.org/officeDocument/2006/relationships/notesMaster" Target="/ppt/notesMasters/notesMaster1.xml" Id="R81f9f6549d2b4b4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3a8880b40ca4fda" /><Relationship Type="http://schemas.openxmlformats.org/officeDocument/2006/relationships/notesMaster" Target="/ppt/notesMasters/notesMaster1.xml" Id="R612a1bb4c5e14f4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f29b1f86e394cc8" /><Relationship Type="http://schemas.openxmlformats.org/officeDocument/2006/relationships/notesMaster" Target="/ppt/notesMasters/notesMaster1.xml" Id="R35dc7a2300b9415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39e02712e024508" /><Relationship Type="http://schemas.openxmlformats.org/officeDocument/2006/relationships/notesMaster" Target="/ppt/notesMasters/notesMaster1.xml" Id="Rd599ba05ec0b44c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813b46fc113464f" /><Relationship Type="http://schemas.openxmlformats.org/officeDocument/2006/relationships/notesMaster" Target="/ppt/notesMasters/notesMaster1.xml" Id="R8e419ba43e1047c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73d286ffdf44c0c" /><Relationship Type="http://schemas.openxmlformats.org/officeDocument/2006/relationships/notesMaster" Target="/ppt/notesMasters/notesMaster1.xml" Id="Red12edc84dac4ff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4cb906ecd084199" /><Relationship Type="http://schemas.openxmlformats.org/officeDocument/2006/relationships/notesMaster" Target="/ppt/notesMasters/notesMaster1.xml" Id="Re85d77b80dd14e0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11682abaa1e4fb6" /><Relationship Type="http://schemas.openxmlformats.org/officeDocument/2006/relationships/notesMaster" Target="/ppt/notesMasters/notesMaster1.xml" Id="R2502a37f82814a9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679b8ebe654457d" /><Relationship Type="http://schemas.openxmlformats.org/officeDocument/2006/relationships/notesMaster" Target="/ppt/notesMasters/notesMaster1.xml" Id="R53881071228e437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ceacd3698594ac5" /><Relationship Type="http://schemas.openxmlformats.org/officeDocument/2006/relationships/notesMaster" Target="/ppt/notesMasters/notesMaster1.xml" Id="Rf47b185d433a4ec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239e0d2ab4b4f12" /><Relationship Type="http://schemas.openxmlformats.org/officeDocument/2006/relationships/notesMaster" Target="/ppt/notesMasters/notesMaster1.xml" Id="R832dc34438f5450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6014f75e6234dc2" /><Relationship Type="http://schemas.openxmlformats.org/officeDocument/2006/relationships/notesMaster" Target="/ppt/notesMasters/notesMaster1.xml" Id="Rdeae1169f293456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1ec59ee920040a7" /><Relationship Type="http://schemas.openxmlformats.org/officeDocument/2006/relationships/notesMaster" Target="/ppt/notesMasters/notesMaster1.xml" Id="Rfc5445a934ce4cc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eb3707e1ac499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76cd8fd040463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4366547dff4da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86cc7f102b413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9849a5d8c149f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e4aec64059406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8CB8F32-4F68-4DF3-BD21-56E26ABBE9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8E5923B-0454-4296-98B2-DECCA28E672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CB2D61F-833F-49FA-9307-E459468F76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500E91A-F249-475B-8364-42E85EBD37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AF9B7C5-0588-45B3-A6BA-1FB216288B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2FE6CE4-758D-4017-921B-1ED4D1832C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3EA40F5-C580-41E7-8E0C-E305E9C809D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8B976FE-5F62-4369-AB2B-B4B44208EE9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E5C93A3-153F-46D7-9A8E-F8F5FDC97B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5BEAEA6-F17E-459B-AD3A-30C6C7FDB54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e51794e612949e7" /><Relationship Type="http://schemas.openxmlformats.org/officeDocument/2006/relationships/slideLayout" Target="/ppt/slideLayouts/slideLayout1.xml" Id="R909992d6a7334150" /><Relationship Type="http://schemas.openxmlformats.org/officeDocument/2006/relationships/slideLayout" Target="/ppt/slideLayouts/slideLayout2.xml" Id="Ra534608127a1407a" /><Relationship Type="http://schemas.openxmlformats.org/officeDocument/2006/relationships/slideLayout" Target="/ppt/slideLayouts/slideLayout3.xml" Id="R2be8353dd2d048f4" /><Relationship Type="http://schemas.openxmlformats.org/officeDocument/2006/relationships/slideLayout" Target="/ppt/slideLayouts/slideLayout4.xml" Id="R2b754dea690d4a89" /><Relationship Type="http://schemas.openxmlformats.org/officeDocument/2006/relationships/slideLayout" Target="/ppt/slideLayouts/slideLayout5.xml" Id="R15a2650839324fe5" /><Relationship Type="http://schemas.openxmlformats.org/officeDocument/2006/relationships/slideLayout" Target="/ppt/slideLayouts/slideLayout6.xml" Id="R83cfb9b9f1a541b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09992d6a7334150"/>
    <p:sldLayoutId xmlns:r="http://schemas.openxmlformats.org/officeDocument/2006/relationships" id="2147483650" r:id="Ra534608127a1407a"/>
    <p:sldLayoutId xmlns:r="http://schemas.openxmlformats.org/officeDocument/2006/relationships" id="2147483651" r:id="R2be8353dd2d048f4"/>
    <p:sldLayoutId xmlns:r="http://schemas.openxmlformats.org/officeDocument/2006/relationships" id="2147483652" r:id="R2b754dea690d4a89"/>
    <p:sldLayoutId xmlns:r="http://schemas.openxmlformats.org/officeDocument/2006/relationships" id="2147483653" r:id="R15a2650839324fe5"/>
    <p:sldLayoutId xmlns:r="http://schemas.openxmlformats.org/officeDocument/2006/relationships" id="2147483654" r:id="R83cfb9b9f1a541b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59a1577ac84d48" /><Relationship Type="http://schemas.openxmlformats.org/officeDocument/2006/relationships/notesSlide" Target="/ppt/notesSlides/notesSlide1.xml" Id="R466dfbc0bd294ab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64745905b04309" /><Relationship Type="http://schemas.openxmlformats.org/officeDocument/2006/relationships/notesSlide" Target="/ppt/notesSlides/notesSlide2.xml" Id="R7817e1eb383f4fc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ee603353994e00" /><Relationship Type="http://schemas.openxmlformats.org/officeDocument/2006/relationships/notesSlide" Target="/ppt/notesSlides/notesSlide3.xml" Id="R9bf926a5af0349d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bc2b2bc89d4dd5" /><Relationship Type="http://schemas.openxmlformats.org/officeDocument/2006/relationships/notesSlide" Target="/ppt/notesSlides/notesSlide4.xml" Id="Rca2d2a724dac47a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790a55f61843ae" /><Relationship Type="http://schemas.openxmlformats.org/officeDocument/2006/relationships/notesSlide" Target="/ppt/notesSlides/notesSlide5.xml" Id="Recbb42aee106473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b842c92c414813" /><Relationship Type="http://schemas.openxmlformats.org/officeDocument/2006/relationships/notesSlide" Target="/ppt/notesSlides/notesSlide6.xml" Id="R7d2cca2591dd48e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dcb070968c42fd" /><Relationship Type="http://schemas.openxmlformats.org/officeDocument/2006/relationships/notesSlide" Target="/ppt/notesSlides/notesSlide7.xml" Id="Re4f703a5943944a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7cd31cc26d4177" /><Relationship Type="http://schemas.openxmlformats.org/officeDocument/2006/relationships/notesSlide" Target="/ppt/notesSlides/notesSlide8.xml" Id="R0fbbc2d43436432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f3e7cfca534f97" /><Relationship Type="http://schemas.openxmlformats.org/officeDocument/2006/relationships/notesSlide" Target="/ppt/notesSlides/notesSlide9.xml" Id="Rdda4ddf7dbbe43a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2a139f75174865" /><Relationship Type="http://schemas.openxmlformats.org/officeDocument/2006/relationships/notesSlide" Target="/ppt/notesSlides/notesSlide10.xml" Id="Rd0e1797f7c0c496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e45f56917e4c3f" /><Relationship Type="http://schemas.openxmlformats.org/officeDocument/2006/relationships/notesSlide" Target="/ppt/notesSlides/notesSlide11.xml" Id="R9590cafb2f3b473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bcd87d613a4398" /><Relationship Type="http://schemas.openxmlformats.org/officeDocument/2006/relationships/notesSlide" Target="/ppt/notesSlides/notesSlide12.xml" Id="R7ee64638afe0415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e47433a0404ab4" /><Relationship Type="http://schemas.openxmlformats.org/officeDocument/2006/relationships/notesSlide" Target="/ppt/notesSlides/notesSlide13.xml" Id="R6276dbbcf93947e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6910580ea549e8" /><Relationship Type="http://schemas.openxmlformats.org/officeDocument/2006/relationships/notesSlide" Target="/ppt/notesSlides/notesSlide14.xml" Id="Rf7c5dbd41b3e4a7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07635bfe024ce9" /><Relationship Type="http://schemas.openxmlformats.org/officeDocument/2006/relationships/notesSlide" Target="/ppt/notesSlides/notesSlide15.xml" Id="R192bf7d4d3434d3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5e47c291384026" /><Relationship Type="http://schemas.openxmlformats.org/officeDocument/2006/relationships/notesSlide" Target="/ppt/notesSlides/notesSlide16.xml" Id="R03da196790b142a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AA087E-4FAF-455B-BEA9-83F5BE35B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62000" y="-8572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C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9E3FF8-4E46-455C-A801-126E7E6C7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333875"/>
            <a:ext cx="4095750" cy="409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ED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3D5235-7925-4317-9C94-74923EC18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>
            <a:defPPr algn="l">
              <a:defRPr sz="180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3組　群読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23D146-7591-4436-B234-7C8936AF3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704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43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43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43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私と小鳥と鈴と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BF1EE6-8C5A-4C95-8081-731D3B408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6700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20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文化祭　共通説明版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39A154-FF05-4562-9A63-DB29CC69C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14700"/>
            <a:ext cx="695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D"/>
          </a:solidFill>
          <a:ln xmlns:a="http://schemas.openxmlformats.org/drawingml/2006/main" w="0">
            <a:solidFill>
              <a:srgbClr val="2331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21827D-D740-4309-8FCA-6B7DCDF40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0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舞台を上から見た配置図で、読む人と動きを確認します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0CDB3B-4972-43A7-B6FC-C87184203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666875"/>
            <a:ext cx="857250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4C4353-F67A-4F34-8D4B-D8BBFDD79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676400"/>
            <a:ext cx="857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68A9C9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68A9C9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68A9C9"/>
                </a:solidFill>
                <a:latin typeface="Hiragino Sans"/>
                <a:ea typeface="Hiragino Sans"/>
                <a:cs typeface="Hiragino Sans"/>
              </a:rPr>
              <a:t>小鳥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894AE0-8A62-4B54-8CAB-298977B2B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619375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9人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39199B-3275-45B2-89FE-AD51E8485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666875"/>
            <a:ext cx="857250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3FE2C0-9F5A-4FB4-A5EC-4C0A5CE68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676400"/>
            <a:ext cx="857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E66F5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E66F51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E66F51"/>
                </a:solidFill>
                <a:latin typeface="Hiragino Sans"/>
                <a:ea typeface="Hiragino Sans"/>
                <a:cs typeface="Hiragino Sans"/>
              </a:rPr>
              <a:t>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B13AEF-7BF7-4C0A-BCFE-CE6E3D886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619375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10人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1087C8-B9D4-4B2A-BC58-03087A611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1666875"/>
            <a:ext cx="857250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F33176-FD7B-4FBE-B7C1-D999817B0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1676400"/>
            <a:ext cx="857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E6B94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E6B947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E6B947"/>
                </a:solidFill>
                <a:latin typeface="Hiragino Sans"/>
                <a:ea typeface="Hiragino Sans"/>
                <a:cs typeface="Hiragino Sans"/>
              </a:rPr>
              <a:t>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967699-BDF5-4B6F-89C8-84E09C51B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619375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9人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442E33-6906-41AF-BF37-00936D5E5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29000"/>
            <a:ext cx="323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28人でつくる群読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BF409F-0F5A-4BE1-8D6E-B9CADE5C7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0050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425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1425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名前は後から入力できます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BDFE79-562D-4923-9A42-48B4ACA87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9602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>
            <a:defPPr algn="l">
              <a:defRPr sz="150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▼ 客席</a:t>
            </a:r>
          </a:p>
        </p:txBody>
      </p:sp>
    </p:spTree>
    <p:extLst>
      <p:ext uri="{BB962C8B-B14F-4D97-AF65-F5344CB8AC3E}">
        <p14:creationId xmlns:p14="http://schemas.microsoft.com/office/powerpoint/2010/main" val="20345891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7106302-2641-4153-B500-BA63277A5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47750" y="-1000125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C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3D77A6-45AE-40FC-9B50-9040E9C8D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476875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ED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5B48F7-1608-4C32-A17F-4E7FB4631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>
            <a:defPPr algn="l">
              <a:defRPr sz="150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全体の考え方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BED1FD-ED87-4BED-BF7F-8CCFB4C26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少人数の声から、28人全員の声へ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A29D42-7E3A-47A0-A550-A2DB485CB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62075"/>
            <a:ext cx="11201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D"/>
          </a:solidFill>
          <a:ln xmlns:a="http://schemas.openxmlformats.org/drawingml/2006/main" w="0">
            <a:solidFill>
              <a:srgbClr val="2331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4FE414-76EA-4E52-AA2D-499AFC967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>
            <a:defPPr algn="l">
              <a:defRPr sz="150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読む人数の変化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C91870-5640-42D5-BF33-F5C006B15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2887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26C0CB-BA49-49AD-8617-4ED7DBA2F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590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68A9C9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68A9C9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68A9C9"/>
                </a:solidFill>
                <a:latin typeface="Hiragino Sans"/>
                <a:ea typeface="Hiragino Sans"/>
                <a:cs typeface="Hiragino San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D76525-4231-4FBD-80CA-F4D03770E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714625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3"/>
          </a:solidFill>
          <a:ln xmlns:a="http://schemas.openxmlformats.org/drawingml/2006/main" w="0">
            <a:solidFill>
              <a:srgbClr val="D8D1C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DE6BBE-0B38-4BAA-806F-A7F51943D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1051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>
            <a:defPPr algn="ctr">
              <a:def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63C84E-75D5-4289-AC5F-CD6C55350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42887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187366-7E9B-41B7-87BC-FC5970F86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438400"/>
            <a:ext cx="590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68A9C9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68A9C9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68A9C9"/>
                </a:solidFill>
                <a:latin typeface="Hiragino Sans"/>
                <a:ea typeface="Hiragino Sans"/>
                <a:cs typeface="Hiragino Sans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35EFC5-32D0-4A1D-B729-DE98C349F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714625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3"/>
          </a:solidFill>
          <a:ln xmlns:a="http://schemas.openxmlformats.org/drawingml/2006/main" w="0">
            <a:solidFill>
              <a:srgbClr val="D8D1C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C09293-48D3-417C-A47E-7905CE31D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1051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>
            <a:defPPr algn="ctr">
              <a:def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6F6FFC-3628-4C2F-AE6B-D4E5C494C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42887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499BDB-A47E-4A1A-9831-9345DF7A6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438400"/>
            <a:ext cx="590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68A9C9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68A9C9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68A9C9"/>
                </a:solidFill>
                <a:latin typeface="Hiragino Sans"/>
                <a:ea typeface="Hiragino Sans"/>
                <a:cs typeface="Hiragino Sans"/>
              </a:rPr>
              <a:t>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3A9F62-208B-49B9-959F-0C80FE5D4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714625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3"/>
          </a:solidFill>
          <a:ln xmlns:a="http://schemas.openxmlformats.org/drawingml/2006/main" w="0">
            <a:solidFill>
              <a:srgbClr val="D8D1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607F7B-4338-4455-BE2A-90467B008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1051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>
            <a:defPPr algn="ctr">
              <a:def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8535AA-9D23-49F3-B60D-4FE97D95A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2887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912592-6111-4AA8-BBA8-905F9CD58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38400"/>
            <a:ext cx="590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68A9C9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68A9C9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68A9C9"/>
                </a:solidFill>
                <a:latin typeface="Hiragino Sans"/>
                <a:ea typeface="Hiragino Sans"/>
                <a:cs typeface="Hiragino Sans"/>
              </a:rPr>
              <a:t>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0E4795-C80A-463E-91C0-C3083CC7C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714625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3"/>
          </a:solidFill>
          <a:ln xmlns:a="http://schemas.openxmlformats.org/drawingml/2006/main" w="0">
            <a:solidFill>
              <a:srgbClr val="D8D1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0AC33E-BF8B-41BE-94A7-43C64235A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1051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>
            <a:defPPr algn="ctr">
              <a:def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83BB88-1410-47D1-9037-75A6EA391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2887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82B79B-B7CC-4B5C-A692-53BF2FFF4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38400"/>
            <a:ext cx="590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E6B94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E6B947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E6B947"/>
                </a:solidFill>
                <a:latin typeface="Hiragino Sans"/>
                <a:ea typeface="Hiragino Sans"/>
                <a:cs typeface="Hiragino Sans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D4B498-6A21-4E53-85FC-9BDA78AD6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2714625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3"/>
          </a:solidFill>
          <a:ln xmlns:a="http://schemas.openxmlformats.org/drawingml/2006/main" w="0">
            <a:solidFill>
              <a:srgbClr val="D8D1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D75FFB-C3A4-466E-99F5-58EDE2FBF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1051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>
            <a:defPPr algn="ctr">
              <a:def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F62F8F6-4FEB-455E-B47C-2DDA411E6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2887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18066A-F60B-4688-8004-D13019D19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38400"/>
            <a:ext cx="590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E6B94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E6B947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E6B947"/>
                </a:solidFill>
                <a:latin typeface="Hiragino Sans"/>
                <a:ea typeface="Hiragino Sans"/>
                <a:cs typeface="Hiragino Sans"/>
              </a:rPr>
              <a:t>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FACE241-70CD-43C3-B0C9-1C21E9F61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714625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3"/>
          </a:solidFill>
          <a:ln xmlns:a="http://schemas.openxmlformats.org/drawingml/2006/main" w="0">
            <a:solidFill>
              <a:srgbClr val="D8D1C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FDFA1C5-B972-47AC-9F97-FE76CFF20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1051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>
            <a:defPPr algn="ctr">
              <a:def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22FE981-36CF-48D6-A089-05619B844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42887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2F4759A-FC17-4219-A388-CB82C554B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438400"/>
            <a:ext cx="590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E6B94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E6B947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E6B947"/>
                </a:solidFill>
                <a:latin typeface="Hiragino Sans"/>
                <a:ea typeface="Hiragino Sans"/>
                <a:cs typeface="Hiragino Sans"/>
              </a:rPr>
              <a:t>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2994039-39BE-4B85-8CB9-5FB2DF72F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714625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3"/>
          </a:solidFill>
          <a:ln xmlns:a="http://schemas.openxmlformats.org/drawingml/2006/main" w="0">
            <a:solidFill>
              <a:srgbClr val="D8D1C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3379FF8-336E-47EA-9940-A1AEDB36A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31051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>
            <a:defPPr algn="ctr">
              <a:def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7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457A70E-185B-4E65-8958-1AADFC84B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42887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132C73D-72BD-4375-A259-D9DABB776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438400"/>
            <a:ext cx="590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E6B94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E6B947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E6B947"/>
                </a:solidFill>
                <a:latin typeface="Hiragino Sans"/>
                <a:ea typeface="Hiragino Sans"/>
                <a:cs typeface="Hiragino Sans"/>
              </a:rPr>
              <a:t>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61AC780-5EC5-4E15-A15F-3FB620B64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714625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3"/>
          </a:solidFill>
          <a:ln xmlns:a="http://schemas.openxmlformats.org/drawingml/2006/main" w="0">
            <a:solidFill>
              <a:srgbClr val="D8D1C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969B8E8-E18E-4E2F-8B4A-A321274FF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1051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>
            <a:defPPr algn="ctr">
              <a:def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8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628DCB7-30FC-4FBE-9691-F85FE33FB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2887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23313D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0C0A2DD-8948-41B8-BB40-E4BF6816E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38400"/>
            <a:ext cx="590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4196526-546E-45DB-AD17-D8F724BC7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2714625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3"/>
          </a:solidFill>
          <a:ln xmlns:a="http://schemas.openxmlformats.org/drawingml/2006/main" w="0">
            <a:solidFill>
              <a:srgbClr val="D8D1C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EF696E4-828B-4736-95ED-9C388D7B4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31051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>
            <a:defPPr algn="ctr">
              <a:def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9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5D0ECE8-B1C0-4FD8-B441-83D4CCBD2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242887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6F51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610C18B-0D09-4ACA-BC34-AAEA43007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2438400"/>
            <a:ext cx="590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28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20C4554-1457-496C-975B-C7FC85ED7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31051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>
            <a:defPPr algn="ctr">
              <a:def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10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632BC00-C83F-403F-B9BB-F148B4CAF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3855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202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202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声の人数を変えると、詩の場面と気持ちの広がりが伝わります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4C20BCE-B1CA-4DCB-B263-69D72B8AC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24375"/>
            <a:ext cx="2667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A9C9"/>
          </a:solidFill>
          <a:ln xmlns:a="http://schemas.openxmlformats.org/drawingml/2006/main" w="0">
            <a:solidFill>
              <a:srgbClr val="68A9C9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E18D023-B65F-415B-A8D0-E7AD1F117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2440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>
            <a:defPPr algn="l">
              <a:defRPr sz="1800" b="1">
                <a:solidFill>
                  <a:srgbClr val="68A9C9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68A9C9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68A9C9"/>
                </a:solidFill>
                <a:latin typeface="Hiragino Sans"/>
                <a:ea typeface="Hiragino Sans"/>
                <a:cs typeface="Hiragino Sans"/>
              </a:rPr>
              <a:t>声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155A639-A66A-41D0-8D95-107C299BF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05400"/>
            <a:ext cx="266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1人、数人、全員を使い分ける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EDFC921-A8AA-4F77-A2AA-BA9CCAA22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524375"/>
            <a:ext cx="2667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6F51"/>
          </a:solidFill>
          <a:ln xmlns:a="http://schemas.openxmlformats.org/drawingml/2006/main" w="0">
            <a:solidFill>
              <a:srgbClr val="E66F51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FCED6B8-2966-42D9-9098-2880A3A6A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72440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>
            <a:defPPr algn="l">
              <a:defRPr sz="1800" b="1">
                <a:solidFill>
                  <a:srgbClr val="E66F5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E66F51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E66F51"/>
                </a:solidFill>
                <a:latin typeface="Hiragino Sans"/>
                <a:ea typeface="Hiragino Sans"/>
                <a:cs typeface="Hiragino Sans"/>
              </a:rPr>
              <a:t>姿勢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C990D67-5115-48B0-B4D2-5685BB6E6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105400"/>
            <a:ext cx="266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立つ人と座る人を場面ごとに変える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4242B84-A200-4447-A550-27FA4AB88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24375"/>
            <a:ext cx="2667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B947"/>
          </a:solidFill>
          <a:ln xmlns:a="http://schemas.openxmlformats.org/drawingml/2006/main" w="0">
            <a:solidFill>
              <a:srgbClr val="E6B947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9A13281-A931-45CE-8AD7-9D1BAF484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2440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>
            <a:defPPr algn="l">
              <a:defRPr sz="1800" b="1">
                <a:solidFill>
                  <a:srgbClr val="E6B94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E6B947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E6B947"/>
                </a:solidFill>
                <a:latin typeface="Hiragino Sans"/>
                <a:ea typeface="Hiragino Sans"/>
                <a:cs typeface="Hiragino Sans"/>
              </a:rPr>
              <a:t>動き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1A5067E-1744-4BF0-A887-EA6990CFE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105400"/>
            <a:ext cx="266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詩の意味を体でも表す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3D73117-989E-46A9-ABF9-AD9101027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>
            <a:defPPr algn="l">
              <a:defRPr sz="150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▼ 客席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AD89EFE-BBAA-415D-A6DD-EC2331D7F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>
            <a:defPPr algn="r">
              <a:def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858946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9625EC-47EB-4211-A0FD-778D32212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47750" y="-1000125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C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12FD15-D571-46DC-BAC5-0ABB57DE0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476875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ED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D51047-BBE3-4567-A357-BE8CD8526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>
            <a:defPPr algn="l">
              <a:defRPr sz="150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チーム分け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263644-5369-4851-B68E-B6C8A2300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3つのチームで、28人の声をつなぎます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CA8F13-DA33-4385-885E-24A1FA50B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62075"/>
            <a:ext cx="11201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D"/>
          </a:solidFill>
          <a:ln xmlns:a="http://schemas.openxmlformats.org/drawingml/2006/main" w="0">
            <a:solidFill>
              <a:srgbClr val="2331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6FE970-6DE5-4871-994E-2C01FE6A0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3333750" cy="4095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DCECF3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A85C9C-7131-42A4-9C9E-5F3986210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19300"/>
            <a:ext cx="2876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428"/>
          </a:bodyPr>
          <a:lstStyle xmlns:a="http://schemas.openxmlformats.org/drawingml/2006/main">
            <a:defPPr algn="ctr">
              <a:defRPr sz="2100" b="1">
                <a:solidFill>
                  <a:srgbClr val="68A9C9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68A9C9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>
                <a:solidFill>
                  <a:srgbClr val="68A9C9"/>
                </a:solidFill>
                <a:latin typeface="Hiragino Sans"/>
                <a:ea typeface="Hiragino Sans"/>
                <a:cs typeface="Hiragino Sans"/>
              </a:rPr>
              <a:t>小鳥チーム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9B79DD-08FC-43F5-A03C-05BA18119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57450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9人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89CC8E-3E98-491B-A7D5-EAF089273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71800"/>
            <a:ext cx="2000250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01　＿＿＿＿＿＿</a:t>
            </a:r>
          </a:p>
          <a:p xmlns:a="http://schemas.openxmlformats.org/drawingml/2006/main">
            <a:pPr algn="l">
              <a:defRPr sz="1350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02　＿＿＿＿＿＿</a:t>
            </a:r>
          </a:p>
          <a:p xmlns:a="http://schemas.openxmlformats.org/drawingml/2006/main">
            <a:pPr algn="l">
              <a:defRPr sz="1350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03　＿＿＿＿＿＿</a:t>
            </a:r>
          </a:p>
          <a:p xmlns:a="http://schemas.openxmlformats.org/drawingml/2006/main">
            <a:pPr algn="l">
              <a:defRPr sz="1350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04　＿＿＿＿＿＿</a:t>
            </a:r>
          </a:p>
          <a:p xmlns:a="http://schemas.openxmlformats.org/drawingml/2006/main">
            <a:pPr algn="l">
              <a:defRPr sz="1350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05　＿＿＿＿＿＿</a:t>
            </a:r>
          </a:p>
          <a:p xmlns:a="http://schemas.openxmlformats.org/drawingml/2006/main">
            <a:pPr algn="l">
              <a:defRPr sz="1350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06　＿＿＿＿＿＿</a:t>
            </a:r>
          </a:p>
          <a:p xmlns:a="http://schemas.openxmlformats.org/drawingml/2006/main">
            <a:pPr algn="l">
              <a:defRPr sz="1350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07　＿＿＿＿＿＿</a:t>
            </a:r>
          </a:p>
          <a:p xmlns:a="http://schemas.openxmlformats.org/drawingml/2006/main">
            <a:pPr algn="l">
              <a:defRPr sz="1350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08　＿＿＿＿＿＿</a:t>
            </a:r>
          </a:p>
          <a:p xmlns:a="http://schemas.openxmlformats.org/drawingml/2006/main">
            <a:pPr algn="l">
              <a:defRPr sz="1350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09　＿＿＿＿＿＿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5BE66A-1990-4455-BB04-0E43A1022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09750"/>
            <a:ext cx="3333750" cy="4095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8DED6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A136D7-0D6A-4219-A732-B1217C373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019300"/>
            <a:ext cx="2876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428"/>
          </a:bodyPr>
          <a:lstStyle xmlns:a="http://schemas.openxmlformats.org/drawingml/2006/main">
            <a:defPPr algn="ctr">
              <a:defRPr sz="2100" b="1">
                <a:solidFill>
                  <a:srgbClr val="E66F5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E66F51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>
                <a:solidFill>
                  <a:srgbClr val="E66F51"/>
                </a:solidFill>
                <a:latin typeface="Hiragino Sans"/>
                <a:ea typeface="Hiragino Sans"/>
                <a:cs typeface="Hiragino Sans"/>
              </a:rPr>
              <a:t>私チーム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30ECA2-E620-42FE-AD01-B287C5C5C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457450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10人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A315AA-763A-4880-AD61-C97900AB4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971800"/>
            <a:ext cx="2000250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01　＿＿＿＿＿＿</a:t>
            </a:r>
          </a:p>
          <a:p xmlns:a="http://schemas.openxmlformats.org/drawingml/2006/main">
            <a:pPr algn="l">
              <a:defRPr sz="1350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02　＿＿＿＿＿＿</a:t>
            </a:r>
          </a:p>
          <a:p xmlns:a="http://schemas.openxmlformats.org/drawingml/2006/main">
            <a:pPr algn="l">
              <a:defRPr sz="1350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03　＿＿＿＿＿＿</a:t>
            </a:r>
          </a:p>
          <a:p xmlns:a="http://schemas.openxmlformats.org/drawingml/2006/main">
            <a:pPr algn="l">
              <a:defRPr sz="1350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04　＿＿＿＿＿＿</a:t>
            </a:r>
          </a:p>
          <a:p xmlns:a="http://schemas.openxmlformats.org/drawingml/2006/main">
            <a:pPr algn="l">
              <a:defRPr sz="1350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05　＿＿＿＿＿＿</a:t>
            </a:r>
          </a:p>
          <a:p xmlns:a="http://schemas.openxmlformats.org/drawingml/2006/main">
            <a:pPr algn="l">
              <a:defRPr sz="1350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06　＿＿＿＿＿＿</a:t>
            </a:r>
          </a:p>
          <a:p xmlns:a="http://schemas.openxmlformats.org/drawingml/2006/main">
            <a:pPr algn="l">
              <a:defRPr sz="1350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07　＿＿＿＿＿＿</a:t>
            </a:r>
          </a:p>
          <a:p xmlns:a="http://schemas.openxmlformats.org/drawingml/2006/main">
            <a:pPr algn="l">
              <a:defRPr sz="1350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08　＿＿＿＿＿＿</a:t>
            </a:r>
          </a:p>
          <a:p xmlns:a="http://schemas.openxmlformats.org/drawingml/2006/main">
            <a:pPr algn="l">
              <a:defRPr sz="1350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09　＿＿＿＿＿＿</a:t>
            </a:r>
          </a:p>
          <a:p xmlns:a="http://schemas.openxmlformats.org/drawingml/2006/main">
            <a:pPr algn="l">
              <a:defRPr sz="1350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10　＿＿＿＿＿＿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2FB14D-A805-4640-9608-7861FA27D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09750"/>
            <a:ext cx="3333750" cy="4095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8EDC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2772CE-D937-4D3F-881D-91B98FEAD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19300"/>
            <a:ext cx="2876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428"/>
          </a:bodyPr>
          <a:lstStyle xmlns:a="http://schemas.openxmlformats.org/drawingml/2006/main">
            <a:defPPr algn="ctr">
              <a:defRPr sz="2100" b="1">
                <a:solidFill>
                  <a:srgbClr val="E6B94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E6B947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>
                <a:solidFill>
                  <a:srgbClr val="E6B947"/>
                </a:solidFill>
                <a:latin typeface="Hiragino Sans"/>
                <a:ea typeface="Hiragino Sans"/>
                <a:cs typeface="Hiragino Sans"/>
              </a:rPr>
              <a:t>鈴チーム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4352EF-EB17-411A-BA5A-EA2ED8949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57450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9人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91B1F0-055B-4CC6-AB1F-E1EC1F7BF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71800"/>
            <a:ext cx="2000250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01　＿＿＿＿＿＿</a:t>
            </a:r>
          </a:p>
          <a:p xmlns:a="http://schemas.openxmlformats.org/drawingml/2006/main">
            <a:pPr algn="l">
              <a:defRPr sz="1350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02　＿＿＿＿＿＿</a:t>
            </a:r>
          </a:p>
          <a:p xmlns:a="http://schemas.openxmlformats.org/drawingml/2006/main">
            <a:pPr algn="l">
              <a:defRPr sz="1350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03　＿＿＿＿＿＿</a:t>
            </a:r>
          </a:p>
          <a:p xmlns:a="http://schemas.openxmlformats.org/drawingml/2006/main">
            <a:pPr algn="l">
              <a:defRPr sz="1350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04　＿＿＿＿＿＿</a:t>
            </a:r>
          </a:p>
          <a:p xmlns:a="http://schemas.openxmlformats.org/drawingml/2006/main">
            <a:pPr algn="l">
              <a:defRPr sz="1350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05　＿＿＿＿＿＿</a:t>
            </a:r>
          </a:p>
          <a:p xmlns:a="http://schemas.openxmlformats.org/drawingml/2006/main">
            <a:pPr algn="l">
              <a:defRPr sz="1350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06　＿＿＿＿＿＿</a:t>
            </a:r>
          </a:p>
          <a:p xmlns:a="http://schemas.openxmlformats.org/drawingml/2006/main">
            <a:pPr algn="l">
              <a:defRPr sz="1350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07　＿＿＿＿＿＿</a:t>
            </a:r>
          </a:p>
          <a:p xmlns:a="http://schemas.openxmlformats.org/drawingml/2006/main">
            <a:pPr algn="l">
              <a:defRPr sz="1350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08　＿＿＿＿＿＿</a:t>
            </a:r>
          </a:p>
          <a:p xmlns:a="http://schemas.openxmlformats.org/drawingml/2006/main">
            <a:pPr algn="l">
              <a:defRPr sz="1350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09　＿＿＿＿＿＿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0E7159-9D09-4C7C-A9BE-E9F77E3C6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>
            <a:defPPr algn="l">
              <a:defRPr sz="150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▼ 客席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7172E3-4312-4A94-983A-0A52B38D7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>
            <a:defPPr algn="r">
              <a:def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02934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1C7ED2C6-BAF0-4267-9D71-51472D637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47750" y="-1000125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C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C331B6-7469-4F6C-A702-8CC50F0E2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476875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ED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6F07F3-43E4-4C58-94F9-60FA7542C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>
            <a:defPPr algn="l">
              <a:defRPr sz="150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配置図の見方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EA1F1E-DA0A-4A79-A0A5-4246C593C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客席の位置を基準に、同じ向きで確認します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137F1B-6B97-432C-9560-20F3A1598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62075"/>
            <a:ext cx="11201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D"/>
          </a:solidFill>
          <a:ln xmlns:a="http://schemas.openxmlformats.org/drawingml/2006/main" w="0">
            <a:solidFill>
              <a:srgbClr val="2331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E76D73-89D4-4E77-889D-56DEE5CA5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764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>
            <a:defPPr algn="l">
              <a:defRPr sz="13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舞台を上から見た配置図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E28360-38BA-432C-9F27-852E56AC9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6764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>
            <a:defPPr algn="r">
              <a:defRPr sz="13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r">
              <a:defRPr sz="13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下が客席です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4A481C-E4DE-4562-9423-AF2C6DD1F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90725"/>
            <a:ext cx="7810500" cy="4010025"/>
          </a:xfrm>
          <a:prstGeom xmlns:a="http://schemas.openxmlformats.org/drawingml/2006/main" prst="roundRect">
            <a:avLst>
              <a:gd name="adj" fmla="val 142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2331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A6F72F-B3E7-4615-B66B-BB21CE3DB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5740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>
            <a:defPPr algn="ctr">
              <a:defRPr sz="112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舞台奥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48337E-633C-4AD8-8076-2EE389B9A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90800"/>
            <a:ext cx="2095500" cy="3095625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DCEC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54A73A-931B-40BF-89BF-A5B036FE5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714625"/>
            <a:ext cx="186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>
            <a:defPPr algn="ctr">
              <a:defRPr sz="1500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小鳥チーム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2DABAE-8B5D-4CBF-ACB7-F69B735F7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2099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555BE2-AEB8-4F33-88A8-0AA6C9EF2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2194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68C6D0-C17C-4242-AC4C-8E16D81ED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099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F2FE73-8F95-40CC-A3C2-E3988F83C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194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06123F-132C-4974-BB53-EBA620E7B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2099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3A658C-FAD2-445F-B7A9-BFE9173BB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2194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06F720-1006-49C4-856B-7C347B90F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8195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0B9E0B-98A8-4312-8C0F-0AFE1D61B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8290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D7735A-B370-4F5F-9FC2-6305A2E4C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8195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AD5CAF-84F8-47C3-9DBD-E1E0BB396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8290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106E24-9337-4FAA-A41A-6B11EED30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8195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88F668-334C-4F0F-9DE4-54B1FAC3B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8290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A0865A-EBC1-448F-8C64-3C758CF54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429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6249B8-B061-41F9-8285-4299E5BEB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4386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7D84D9-EBDA-4345-8D26-CC95C655A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429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AB2A07-735B-4E3D-981B-3C2F66181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4386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4D37B1-2F83-49E7-8CB5-F9D2C5125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429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5430370-53EC-404A-9760-F0A1BA5F6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4386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A106373-55DD-4F77-B876-6E59013A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590800"/>
            <a:ext cx="2667000" cy="3095625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8DED6"/>
          </a:solidFill>
          <a:ln xmlns:a="http://schemas.openxmlformats.org/drawingml/2006/main" w="19050">
            <a:solidFill>
              <a:srgbClr val="E66F5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C5947E1-A5C1-4F74-A98B-FC51EC233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714625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>
            <a:defPPr algn="ctr">
              <a:defRPr sz="1500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私チーム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10027D8-2C22-4924-B552-A33B848AF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62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6F51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A148B00-22F2-4FD9-9452-6AD6F9E77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718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436"/>
          </a:bodyPr>
          <a:lstStyle xmlns:a="http://schemas.openxmlformats.org/drawingml/2006/main">
            <a:def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読む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F8C4CCC-8765-4D40-BF0E-7B381AB3A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990850"/>
            <a:ext cx="266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>
            <a:defPPr algn="ctr">
              <a:defRPr sz="8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立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5BA8CF7-9F78-4E0E-89B4-91E77AACE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162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14F6938-D5A4-4323-976A-A28FB82E6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1718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B830ABE-C8D8-4DE3-9E7E-93C140F51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62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2E2E4E5-4278-4671-940C-4F9C6A58A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718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C92772A-11D0-4A78-8E7C-D0B7E5C99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62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AE03F43-EAE3-4EEE-95CE-F60B9AD4C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718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1732079-A63E-4ED1-88AF-4C93A5B82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29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3C0A07D-B259-477D-B0CE-68C18E8D5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3857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6B04265-0D4E-4079-B2D3-FEC5702FD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829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015EF15-2DF7-42EC-830D-D45AC0FFA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83857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359E55B-8D00-43FC-95AB-90E5817C6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29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C0F4AA6-3B8A-4AFE-A4E0-C8ADB3EFB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3857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0BD4214-4A51-44B3-8E93-C6E671D69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95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FD0A9AB-3B2B-438A-9AF5-23E4BC453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053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5DE37F3-6527-495D-BD24-1E0C97E6E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495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057542C-B1F8-4884-95F5-75E1A823D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5053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A6F9B9F-37DC-418D-9559-80B2A5980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495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42BD58D-B5CB-4F0C-8027-700D04274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5053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5EA9ED0-B298-411D-B5DB-F40FA29A3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590800"/>
            <a:ext cx="2095500" cy="3095625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8ED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D62C31B-1C70-4AC4-ADEE-62CC1F1FC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714625"/>
            <a:ext cx="186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>
            <a:defPPr algn="ctr">
              <a:defRPr sz="1500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鈴チーム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7D13B27-C7E7-480F-A0BA-8BF5B0388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2099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B15ED30-BF79-4BEE-82D1-6CBDCD48B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2194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BFB270A-36D3-40BD-8D68-4A8954D23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2099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A39C10A-9232-4EDF-A5C6-BA97E2C4C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2194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65C101B-AE90-4DA7-B541-9C602C528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2099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B7C374F-AD92-4F31-A615-6E3377372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2194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A7F2D01-B45A-499E-A000-189F41EB6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195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E9D11D8-A72F-4DA8-B17D-05A25AFC9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290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31126AD-C14A-44FC-A211-C3E263F47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8195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2ADF285-CA76-47E4-BA8C-2E1A99353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8290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757B225-7A1E-42FF-9999-9C9CC3BCF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8195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547F398-C8F2-44D6-A1CF-B7D416649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8290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23E6701-9CB2-4193-B116-7CE395FFD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429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0808C37-67BD-4945-A68A-2E303C6B1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4386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3B8BDD4-5947-4AD8-B3E6-B63622ABD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429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D937A96-31D4-4989-979E-0D4AE8AFA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4386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17C1085-9C89-4DD1-82D9-32615DC58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429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438E9B4-D407-4512-B876-192796660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4386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98B99B0-1A88-497E-828C-734D290A6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724525"/>
            <a:ext cx="78105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D"/>
          </a:solidFill>
          <a:ln xmlns:a="http://schemas.openxmlformats.org/drawingml/2006/main" w="0">
            <a:solidFill>
              <a:srgbClr val="23313D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B6031F4-CCA3-47DF-88BF-EA92C9446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74357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>
            <a:defPPr algn="ctr">
              <a:defRPr sz="105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舞台前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819AC7C-91EC-492D-BC3E-1C45A5522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00250"/>
            <a:ext cx="2333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556"/>
          </a:bodyPr>
          <a:lstStyle xmlns:a="http://schemas.openxmlformats.org/drawingml/2006/main">
            <a:defPPr algn="l">
              <a:defRPr sz="2250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図の下が客席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B33B923-860A-4912-BBA5-85A8BF760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19375"/>
            <a:ext cx="24288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この資料では、すべての配置図を同じ向きで表示します。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D6E1A509-BC2A-4781-9C2A-02D300032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38550"/>
            <a:ext cx="2428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左右ではなく、自分のチームの色と客席の方向を確認します。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FDE7E0C-11D4-4B75-B7BE-B5ECA1AD1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577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6F51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59D2FE4-618C-483A-8973-B247BC039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>
            <a:defPPr algn="ctr">
              <a:defRPr sz="75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75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読む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543518D2-4FE3-47C1-A4C1-ED85EE68C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010150"/>
            <a:ext cx="1857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色つき：読む人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E3BF394-F26F-454D-89EA-56832076D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C9AAA0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DA369007-C7BE-4896-A86E-07A5B20F6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1497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677"/>
          </a:bodyPr>
          <a:lstStyle xmlns:a="http://schemas.openxmlformats.org/drawingml/2006/main">
            <a:defPPr algn="ctr">
              <a:defRPr sz="82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EABC414-98B4-4434-93A5-3DE276EC5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457825"/>
            <a:ext cx="1857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白：座って待つ人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7BF4E0E5-63B4-4722-8DBA-2A467F8C1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>
            <a:defPPr algn="l">
              <a:defRPr sz="150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▼ 客席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0C21A64C-9ABA-4030-A26B-B0F4A7A3D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>
            <a:defPPr algn="r">
              <a:def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744893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4B988C63-1303-40CF-B2D5-BEFEB5517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47750" y="-1000125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C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6F7AB6-A8A9-4F38-AE79-171E5B4A2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476875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ED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28B190-9467-43AF-8809-99B9E632B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>
            <a:defPPr algn="l">
              <a:defRPr sz="1500" b="1">
                <a:solidFill>
                  <a:srgbClr val="E66F5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E66F51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E66F51"/>
                </a:solidFill>
                <a:latin typeface="Hiragino Sans"/>
                <a:ea typeface="Hiragino Sans"/>
                <a:cs typeface="Hiragino Sans"/>
              </a:rPr>
              <a:t>場面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D5D759-F7A0-4BBE-B21C-6E713AF5A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「私が両手をひろげても、」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2CCC39-1B93-4D14-B7D0-3303BF1CB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857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6F51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21A950-6788-4201-8E8B-42BC87ED7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428625"/>
            <a:ext cx="121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私チーム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6CA3D7-D80D-42E2-A5FA-984A040C9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62075"/>
            <a:ext cx="11201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D"/>
          </a:solidFill>
          <a:ln xmlns:a="http://schemas.openxmlformats.org/drawingml/2006/main" w="0">
            <a:solidFill>
              <a:srgbClr val="23313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5FBD3B-68E1-48BF-9B25-8A4D11BA9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171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5686"/>
          </a:bodyPr>
          <a:lstStyle xmlns:a="http://schemas.openxmlformats.org/drawingml/2006/main">
            <a:defPPr algn="l">
              <a:defRPr sz="127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読む人数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D9E802-3AE8-4691-8A8C-9BF949D89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76450"/>
            <a:ext cx="2286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569"/>
          </a:bodyPr>
          <a:lstStyle xmlns:a="http://schemas.openxmlformats.org/drawingml/2006/main">
            <a:defPPr algn="l">
              <a:defRPr sz="25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1人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5B9841-94E3-41FB-8E01-B53772EE1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14625"/>
            <a:ext cx="171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5686"/>
          </a:bodyPr>
          <a:lstStyle xmlns:a="http://schemas.openxmlformats.org/drawingml/2006/main">
            <a:defPPr algn="l">
              <a:defRPr sz="127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姿勢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A4FA70-212B-49D0-9F89-DCE78BB40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81325"/>
            <a:ext cx="2428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立って読む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9C9C19-74D6-4E5B-9A96-85E2C9B8B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62350"/>
            <a:ext cx="2524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3"/>
          </a:solidFill>
          <a:ln xmlns:a="http://schemas.openxmlformats.org/drawingml/2006/main" w="0">
            <a:solidFill>
              <a:srgbClr val="D8D1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15C3F2-2F11-4B60-BDC7-AC8EB0F7C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004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6F51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33EEBB-5087-488A-9350-4DED379DD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6306E6-EF31-44B1-97D8-00931F746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714750"/>
            <a:ext cx="2076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私チームの1人が立ちます。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126ED7-109D-489E-AC84-56EC11DD0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91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6F51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775A4F-F576-4279-A6FC-ED587C226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005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055599-71FE-41B3-AA50-0A4822AC4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505325"/>
            <a:ext cx="2076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両手を広げながら読みます。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7DD3C7-FC50-42B7-8463-F0D7F6FA8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48300"/>
            <a:ext cx="2524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FB0"/>
          </a:solidFill>
          <a:ln xmlns:a="http://schemas.openxmlformats.org/drawingml/2006/main" w="0">
            <a:solidFill>
              <a:srgbClr val="C8BFB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EC8F61-2614-45F6-9C15-BBF5CA5ED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91175"/>
            <a:ext cx="2533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担当：＿＿＿＿＿＿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CA3A75-EC86-486D-A475-83FDB6DB3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764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>
            <a:defPPr algn="l">
              <a:defRPr sz="13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舞台を上から見た配置図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C07BA6-88B5-480A-9988-4D208E773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6764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>
            <a:defPPr algn="r">
              <a:defRPr sz="13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r">
              <a:defRPr sz="13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下が客席です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3A35E2-C9B2-426F-A6C8-5FBE5817B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90725"/>
            <a:ext cx="7810500" cy="4010025"/>
          </a:xfrm>
          <a:prstGeom xmlns:a="http://schemas.openxmlformats.org/drawingml/2006/main" prst="roundRect">
            <a:avLst>
              <a:gd name="adj" fmla="val 142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23313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57BF3F-E287-4E2E-99BF-F7CBAFD0E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5740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>
            <a:defPPr algn="ctr">
              <a:defRPr sz="112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舞台奥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9DD4CE-BFD0-433D-9198-B76AE75CE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90800"/>
            <a:ext cx="2095500" cy="3095625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DCEC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589518-361C-430D-9999-73D22FE63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714625"/>
            <a:ext cx="186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>
            <a:defPPr algn="ctr">
              <a:defRPr sz="1500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小鳥チーム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24C2D3-5C8C-46DB-8D25-17BBA7C1D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2099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4164CDE-BFE4-4FA5-8257-497B9B6F0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2194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422676A-F5A5-4B66-939A-ABB9077D4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099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2466CBC-25C4-42AD-9A5C-0B70E6CC5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194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7EE8452-8134-4287-95A3-BA3398506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2099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43A8C72-9D0C-47AF-B6B5-3D99BCC25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2194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77CA11F-0944-472F-9E45-C6B86728D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8195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A9DFF3C-6FC8-418E-B445-99A707776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8290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40C39B5-5326-462A-95F1-47D7BC64C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8195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33C11B3-FDC5-43FD-B18E-7A13B1EB0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8290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617A501-4DC8-4C2B-BEEF-81077CDD7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8195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99C8CCD-8859-44AA-8E22-C2D126978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8290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8D486C3-E23C-4BA0-8F28-0AF6BF3C4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429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DBF3EE6-880A-4F19-BA59-26F6A6651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4386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196CE71-FE29-438B-9E5A-139F58E66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429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47C99E2-934E-419C-9510-DFD0358A5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4386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DE2BE4E-605F-4EC0-85E6-A385AC3D7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429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1250A59-5692-49A1-A869-D80366226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4386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484302C-8918-49B7-825A-C18CC8D78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590800"/>
            <a:ext cx="2667000" cy="3095625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8DED6"/>
          </a:solidFill>
          <a:ln xmlns:a="http://schemas.openxmlformats.org/drawingml/2006/main" w="19050">
            <a:solidFill>
              <a:srgbClr val="E66F51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649C2F0-5EC7-4D4B-8DB2-E279861E6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714625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>
            <a:defPPr algn="ctr">
              <a:defRPr sz="1500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私チーム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F4644AA-9B19-4399-8498-1FCE62BD3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62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6F51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C4416C6-C2B6-423D-B764-FB045A12B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718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436"/>
          </a:bodyPr>
          <a:lstStyle xmlns:a="http://schemas.openxmlformats.org/drawingml/2006/main">
            <a:def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読む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C8E3659-3B9C-4650-80F2-F3A24A56B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990850"/>
            <a:ext cx="266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>
            <a:defPPr algn="ctr">
              <a:defRPr sz="8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立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55466EC-A155-46CD-B4B2-0ECA55F75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162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6D0E849-64C1-478D-B317-7349C975C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1718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84A5C50-7F6B-4885-901B-10932BDD3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62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38B7199-251B-4476-B6EB-986839A17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718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4482E86-5F8B-4F62-8B6E-E83C4B0E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62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A41BEA8-873F-4355-A2F0-664AFF63F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718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AD48B90-9852-4E44-9220-2C9FDC7EC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29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9A748A7-7419-4068-B08F-7C6B0DF83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3857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88AD6D4-BB65-42A0-9C93-BA7F84F4F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829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7BCE86B-DE4C-4621-93B4-1AE363692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83857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BD153CB-A4B7-41F2-ADC7-B7B40BA9C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29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7F8ED3E-D2B8-414E-9EF5-34070A4CE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3857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507B49B-877C-4134-A8C4-C4CDCA175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95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DE3EE3A-CE72-4586-9098-EC148629A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053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438D1CA-5FE1-4D7B-8A0B-F5760C1A6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495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DE57434-C68E-43A5-BC69-5AF906076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5053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5BB6957-EEA9-49ED-B601-B4E89E88C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495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5926322-9DF1-405B-A01B-D954708C5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5053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40160BB-A8AD-422B-A949-A79C4EB23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590800"/>
            <a:ext cx="2095500" cy="3095625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8ED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42E45AF-BB6C-4FCF-867F-8D70F40D3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714625"/>
            <a:ext cx="186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>
            <a:defPPr algn="ctr">
              <a:defRPr sz="1500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鈴チーム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7F4BFC3-3A06-4DD4-A918-6177DF88E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2099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F3C06B9-65D1-4329-BFB9-1074215DE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2194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2BE2BFC-AD87-47B8-A4F2-C170DFA96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2099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B89B2AB-23B8-40A5-8BF9-DD61086A0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2194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070B4F7-E0DC-4752-834D-7A883F7D0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2099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51BDC6C-3951-4E57-8EFA-22F0EB54C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2194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16DB635-35D4-4AE1-90F7-CF2C4FD3E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195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780BFCB4-32BB-414E-9A24-5F07B86C0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290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462A20F-40E2-41BD-97FD-51D92CC87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8195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2F758DAD-B33A-45EF-B88D-6C8A7819C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8290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CE3B1AD-3A06-4865-A030-3CADF42CB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8195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8B7DA9D8-4403-47F4-808D-0966860CD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8290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99FBF684-425D-4BF5-95D8-C1278D340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429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DC561E3D-E03E-442A-8A07-6118D2EE4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4386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39125F7F-C5E0-4A3E-ACD8-16D75FB7C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429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43CEC3DD-61AA-4C8A-BC5D-0304AA8DF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4386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37B67C67-1E36-4B14-AC7B-3CAD899B4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429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7848EEDF-5F06-4E45-8C20-D16321BE6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4386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5D4E98CF-E08E-4EDD-B923-BCBB1B641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724525"/>
            <a:ext cx="78105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D"/>
          </a:solidFill>
          <a:ln xmlns:a="http://schemas.openxmlformats.org/drawingml/2006/main" w="0">
            <a:solidFill>
              <a:srgbClr val="23313D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297F3E35-4DBF-4C42-A3C7-507C9E4BC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74357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>
            <a:defPPr algn="ctr">
              <a:defRPr sz="105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舞台前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8CF36A2A-80A8-4B47-83B6-AE81F471C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>
            <a:defPPr algn="l">
              <a:defRPr sz="150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▼ 客席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6CB3573B-8D28-4BE0-B13A-BDA45D47D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>
            <a:defPPr algn="r">
              <a:def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651133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4A2C0D8D-3EAE-4C44-938D-4992EAB71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47750" y="-1000125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C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03CFCB-4444-4FEB-8915-185BB53AC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476875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ED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F5CA19-5709-4B41-87A5-FC4646D55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>
            <a:defPPr algn="l">
              <a:defRPr sz="1500" b="1">
                <a:solidFill>
                  <a:srgbClr val="68A9C9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68A9C9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68A9C9"/>
                </a:solidFill>
                <a:latin typeface="Hiragino Sans"/>
                <a:ea typeface="Hiragino Sans"/>
                <a:cs typeface="Hiragino Sans"/>
              </a:rPr>
              <a:t>場面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A1EDC8-BF23-42A7-B890-2321850D6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「お空はちっとも飛べないが、」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C59C40-CCF8-40B4-B3DC-F0279FA05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857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A9C9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4F0138-FF1A-411E-B336-E08AF97E1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428625"/>
            <a:ext cx="121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小鳥チーム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4FEAF0-FECB-4B12-B7EB-AAE38D94F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62075"/>
            <a:ext cx="11201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D"/>
          </a:solidFill>
          <a:ln xmlns:a="http://schemas.openxmlformats.org/drawingml/2006/main" w="0">
            <a:solidFill>
              <a:srgbClr val="23313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27752C-67FE-4A0B-A6A4-C605F5C04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171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5686"/>
          </a:bodyPr>
          <a:lstStyle xmlns:a="http://schemas.openxmlformats.org/drawingml/2006/main">
            <a:defPPr algn="l">
              <a:defRPr sz="127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読む人数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3091F4-859D-4B15-8D89-3C9D64809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76450"/>
            <a:ext cx="2286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569"/>
          </a:bodyPr>
          <a:lstStyle xmlns:a="http://schemas.openxmlformats.org/drawingml/2006/main">
            <a:defPPr algn="l">
              <a:defRPr sz="25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3人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41889B-1265-430F-8FFA-94CFF2335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14625"/>
            <a:ext cx="171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5686"/>
          </a:bodyPr>
          <a:lstStyle xmlns:a="http://schemas.openxmlformats.org/drawingml/2006/main">
            <a:defPPr algn="l">
              <a:defRPr sz="127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姿勢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CE85D6-16BD-45E2-913A-65A38B9E3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81325"/>
            <a:ext cx="2428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座って読む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263CCC-507B-48E1-993E-66F0416CA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62350"/>
            <a:ext cx="2524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3"/>
          </a:solidFill>
          <a:ln xmlns:a="http://schemas.openxmlformats.org/drawingml/2006/main" w="0">
            <a:solidFill>
              <a:srgbClr val="D8D1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48CD52-38D6-43E8-9A9D-3644A808F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004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A9C9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C6ACB0-599E-4CA4-BE2F-4B99FD99B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01A8B7-6DFE-476A-8253-E3FAC18B0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714750"/>
            <a:ext cx="2076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3人は座ったまま読みます。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CA172D-667F-42D1-B20F-A385ADC61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91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A9C9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F9827A-0CDD-47E1-8D19-D50784233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005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9C21D8-3C91-4354-8730-C1191E396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505325"/>
            <a:ext cx="2076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296"/>
          </a:bodyPr>
          <a:lstStyle xmlns:a="http://schemas.openxmlformats.org/drawingml/2006/main">
            <a:defPPr algn="l">
              <a:defRPr sz="13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残りの6人は立ち、飛べない様子を体で表します。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7E1F9F-54CF-49AD-9266-E53D6095E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48300"/>
            <a:ext cx="2524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FB0"/>
          </a:solidFill>
          <a:ln xmlns:a="http://schemas.openxmlformats.org/drawingml/2006/main" w="0">
            <a:solidFill>
              <a:srgbClr val="C8BFB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CE0570-667D-45E9-B790-AC0EB690E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91175"/>
            <a:ext cx="2533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担当：＿＿＿＿・＿＿＿＿・＿＿＿＿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A158A5-86A5-4720-988C-CA0281070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764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>
            <a:defPPr algn="l">
              <a:defRPr sz="13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舞台を上から見た配置図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CC6E48-9B3F-4713-9044-EC6763005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6764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>
            <a:defPPr algn="r">
              <a:defRPr sz="13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r">
              <a:defRPr sz="13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下が客席です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7370ED-D799-4F09-B578-4594642EE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90725"/>
            <a:ext cx="7810500" cy="4010025"/>
          </a:xfrm>
          <a:prstGeom xmlns:a="http://schemas.openxmlformats.org/drawingml/2006/main" prst="roundRect">
            <a:avLst>
              <a:gd name="adj" fmla="val 142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23313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94F342-A7AC-4D9B-9D06-EBA4D3788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5740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>
            <a:defPPr algn="ctr">
              <a:defRPr sz="112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舞台奥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D31E90-3E95-4F91-951A-4EBEA8E2D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90800"/>
            <a:ext cx="2095500" cy="3095625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DCEC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4FFA27-5806-4D15-A369-4EECA13AB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714625"/>
            <a:ext cx="186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>
            <a:defPPr algn="ctr">
              <a:defRPr sz="1500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小鳥チーム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5D1FC0-9402-4441-BDE8-59821073E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2099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A9C9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9EBCAE-9CA6-457C-9FDC-24A7929F2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2194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026"/>
          </a:bodyPr>
          <a:lstStyle xmlns:a="http://schemas.openxmlformats.org/drawingml/2006/main">
            <a:def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読む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22F9292-A881-4B99-8744-F461FDDF8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099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A9C9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517C3F4-54A7-4164-940D-913F5D298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194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026"/>
          </a:bodyPr>
          <a:lstStyle xmlns:a="http://schemas.openxmlformats.org/drawingml/2006/main">
            <a:def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読む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399EFA6-AAE8-4A4A-964A-D24A51767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2099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A9C9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6F2C626-1EF6-4850-B7A8-E923DBA7F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2194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026"/>
          </a:bodyPr>
          <a:lstStyle xmlns:a="http://schemas.openxmlformats.org/drawingml/2006/main">
            <a:def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読む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CFC692F-9F20-4A48-9B70-A1304406A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8195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C821FFB-6DF0-4C05-9821-EC74C5FC9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8290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026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動く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D098136-2BA8-41EA-A0A2-7F31A79B0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648075"/>
            <a:ext cx="247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>
            <a:defPPr algn="ctr">
              <a:defRPr sz="82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立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033C949-B5EB-4224-9283-67F3EB5AB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8195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F555061-E0BB-4DD5-BB76-FB4AFA7CB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8290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026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動く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706EEC9-2CA7-4F40-94BA-B55D2B09E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648075"/>
            <a:ext cx="247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>
            <a:defPPr algn="ctr">
              <a:defRPr sz="82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立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E2A5C88-D2F9-4E4B-A8A1-6FE5D4C6D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8195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AE114A1-67EC-447D-A927-23F4AE8BA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8290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026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動く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6FE9C50-1D26-4E50-A42D-A8229F0CD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3648075"/>
            <a:ext cx="247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>
            <a:defPPr algn="ctr">
              <a:defRPr sz="82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立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8064140-B0BC-4406-AD9F-48F164D23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429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32B0479-E5F6-4386-87A7-9440C939D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4386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026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動く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CBD9937-8880-4AC0-A267-67E542068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257675"/>
            <a:ext cx="247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>
            <a:defPPr algn="ctr">
              <a:defRPr sz="82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立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741B9A1-97A0-4DB1-867E-FFB56A642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429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DA4A24D-A4B2-4FD8-A9F5-8278465A0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4386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026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動く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DF5A791-C380-4C82-BB2B-B8CE9DAA7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57675"/>
            <a:ext cx="247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>
            <a:defPPr algn="ctr">
              <a:defRPr sz="82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立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339030F-FBD7-48A5-BF58-572705434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429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9AF426C-D8A0-427C-A844-41E5D9FC6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4386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026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動く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AE6169A-5E0C-4061-B15C-41A2125E3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4257675"/>
            <a:ext cx="247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>
            <a:defPPr algn="ctr">
              <a:defRPr sz="82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立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1F51F71-62F4-4097-AE8C-DB8B9BD4B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590800"/>
            <a:ext cx="2667000" cy="3095625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8DED6"/>
          </a:solidFill>
          <a:ln xmlns:a="http://schemas.openxmlformats.org/drawingml/2006/main" w="19050">
            <a:solidFill>
              <a:srgbClr val="E66F51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1A3D5F2-E80C-4296-BDE2-7DA6B39C2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714625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>
            <a:defPPr algn="ctr">
              <a:defRPr sz="1500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私チーム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872C776-40A1-441A-BC98-5FED71AC5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62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A8ED062-2CCD-41A6-A642-496A42C69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718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952A64B-6FB8-4EE6-AD93-130AFF668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162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AAC1F9A-0691-4D05-81DE-10A5C18F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1718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884790F-EBA9-4968-A296-A227BD601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62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B30CB3B-C739-411C-8AF9-5660801DF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718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4E074CE-74DA-4965-8D9A-457457559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62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69B9197-128A-49AD-8EAB-F92832DE7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718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0818334-38C8-4C66-9E8A-55C431047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29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851C5AE-FC31-45FE-87DC-481546300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3857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652F504-8113-401C-A896-4009A9CDE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829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A208D35-BB42-4951-A481-3B7DB3C3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83857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6071704-0E5A-4208-B215-739F8B6BB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29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86FA0EF-1C85-4C1F-B441-EA3E559CC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3857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5929BA5-D644-401E-BE9E-93C649B42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95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6F6732E-767C-433A-A201-A50D4F7CA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053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E778271-6BDD-48E3-8795-1133FCAE5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495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EC05B40-DF61-4DDE-87C6-00193EE83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5053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A9D2697-367E-4946-827E-DC0A4FA78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495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EDB40D5-9C67-4BBB-A593-43AF1CD00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5053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EE34E96-B329-4FE5-AD6C-60D5DBEF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590800"/>
            <a:ext cx="2095500" cy="3095625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8ED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2F3596D-B022-48B3-9F12-47DB0C049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714625"/>
            <a:ext cx="186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>
            <a:defPPr algn="ctr">
              <a:defRPr sz="1500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鈴チーム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942CFA0-CD03-4966-9594-D5F7D172C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2099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E6C94F2F-ED6D-4501-8EB5-DC1BBE370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2194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4654D7B-D677-46EF-915C-4D3BE661F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2099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9FF6562-AA1F-4566-AF9F-014AF386D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2194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BA25434-9712-41A7-930A-85123ECF6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2099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00FA785-ECB5-4E2A-AB03-02568EBCB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2194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C9A044A-AD4A-46A8-8193-13EEF0F3D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195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DA8D5E0-3531-4978-ABB3-CCF05AD83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290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EBFEA8F9-30FE-4CDB-A6AF-6971D6C5D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8195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30A6672A-71BB-4066-ABE3-CFCA3F137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8290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3B82B570-AC07-4312-81E2-82A0F7497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8195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714875E2-0473-4BB3-9A65-B40A2F72A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8290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C0DFB2C7-5171-410B-B749-3A68AC31C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429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AFBAC70B-03EB-4613-B47E-0815B6D32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4386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B195098D-B007-4679-BD0F-66BCD2B6C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429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DE0BE430-50C6-4CE1-8422-51A779B77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4386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85CA9795-81EF-4A2E-98B1-B24EB9252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429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90A5D034-D9CA-447B-B478-1E1E59CC2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4386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36C0CC34-2365-4D4D-9B02-7685BFDFC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724525"/>
            <a:ext cx="78105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D"/>
          </a:solidFill>
          <a:ln xmlns:a="http://schemas.openxmlformats.org/drawingml/2006/main" w="0">
            <a:solidFill>
              <a:srgbClr val="23313D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DAD6D62C-2249-47A1-AC27-DF220DA6F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74357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>
            <a:defPPr algn="ctr">
              <a:defRPr sz="105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舞台前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50705DAC-9EFC-42B9-9204-F25F1280F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>
            <a:defPPr algn="l">
              <a:defRPr sz="150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▼ 客席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C94C23B7-796D-4D38-A296-BB3FC5345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>
            <a:defPPr algn="r">
              <a:def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686746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A6DD54E5-EFC1-4029-8C89-336E41913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47750" y="-1000125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C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D72D36-20AB-46A5-BC93-275C38BD3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476875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ED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BA1B04-5EF6-4119-8ED6-D2277C771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>
            <a:defPPr algn="l">
              <a:defRPr sz="1500" b="1">
                <a:solidFill>
                  <a:srgbClr val="E66F5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E66F51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E66F51"/>
                </a:solidFill>
                <a:latin typeface="Hiragino Sans"/>
                <a:ea typeface="Hiragino Sans"/>
                <a:cs typeface="Hiragino Sans"/>
              </a:rPr>
              <a:t>場面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963B16-CAF2-4944-8F66-80BDEE7D4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「飛べる小鳥は私のように、」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A39AEE-3EA0-4425-9FA3-77AF18CD8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857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6F51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32A730-FDF3-47FC-9F7C-27521B59E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428625"/>
            <a:ext cx="121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私チーム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6F7AA0-F584-4AE7-8045-0E2CD6600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62075"/>
            <a:ext cx="11201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D"/>
          </a:solidFill>
          <a:ln xmlns:a="http://schemas.openxmlformats.org/drawingml/2006/main" w="0">
            <a:solidFill>
              <a:srgbClr val="23313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D2709C-1DB4-4BD2-860A-CF9DEBA4C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171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5686"/>
          </a:bodyPr>
          <a:lstStyle xmlns:a="http://schemas.openxmlformats.org/drawingml/2006/main">
            <a:defPPr algn="l">
              <a:defRPr sz="127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読む人数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AF6324-44D6-4DD3-B0BA-4DE9B420F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76450"/>
            <a:ext cx="2286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569"/>
          </a:bodyPr>
          <a:lstStyle xmlns:a="http://schemas.openxmlformats.org/drawingml/2006/main">
            <a:defPPr algn="l">
              <a:defRPr sz="25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5人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93F23F-AEBD-4AE8-8D0A-E72944E48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14625"/>
            <a:ext cx="171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5686"/>
          </a:bodyPr>
          <a:lstStyle xmlns:a="http://schemas.openxmlformats.org/drawingml/2006/main">
            <a:defPPr algn="l">
              <a:defRPr sz="127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姿勢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B30CA1-3EEE-4F73-8A90-63F1002EB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81325"/>
            <a:ext cx="2428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立って読む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3898E0-1F44-4BBB-A3FE-7314B8AFD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62350"/>
            <a:ext cx="2524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3"/>
          </a:solidFill>
          <a:ln xmlns:a="http://schemas.openxmlformats.org/drawingml/2006/main" w="0">
            <a:solidFill>
              <a:srgbClr val="D8D1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B9E91C-0902-40DC-AC6A-DBAC64286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004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6F51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0CD732-2C84-40E0-9496-8914F72CE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669589-FD2E-4A89-8263-3C7F5BA6D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714750"/>
            <a:ext cx="2076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私チームの5人が立ちます。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558B9C-D9A6-4AB2-9119-9341CACD3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91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6F51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D387F5-D166-470B-A161-0606B9CF7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005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2F2B50-5244-4BF9-AE23-C9C07B17B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505325"/>
            <a:ext cx="2076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残りの5人は座ったまま待ちます。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2E0770-00AA-4647-98FB-AF93D4A23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48300"/>
            <a:ext cx="2524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FB0"/>
          </a:solidFill>
          <a:ln xmlns:a="http://schemas.openxmlformats.org/drawingml/2006/main" w="0">
            <a:solidFill>
              <a:srgbClr val="C8BFB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43AFD0-A9D5-4355-9623-BA1260DE1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91175"/>
            <a:ext cx="2533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809"/>
          </a:bodyPr>
          <a:lstStyle xmlns:a="http://schemas.openxmlformats.org/drawingml/2006/main">
            <a:defPPr algn="l">
              <a:defRPr sz="1275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担当：＿＿＿＿・＿＿＿＿・＿＿＿＿</a:t>
            </a:r>
          </a:p>
          <a:p xmlns:a="http://schemas.openxmlformats.org/drawingml/2006/main">
            <a:pPr algn="l">
              <a:defRPr sz="1275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　　　＿＿＿＿・＿＿＿＿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4D8690-3ABF-435B-A416-534F120E6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764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>
            <a:defPPr algn="l">
              <a:defRPr sz="13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舞台を上から見た配置図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1FCFF8-E0CE-4A2F-95E1-2AD832A49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6764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>
            <a:defPPr algn="r">
              <a:defRPr sz="13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r">
              <a:defRPr sz="13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下が客席です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41EDE7-C9C3-4A05-90E7-6A96BCD6B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90725"/>
            <a:ext cx="7810500" cy="4010025"/>
          </a:xfrm>
          <a:prstGeom xmlns:a="http://schemas.openxmlformats.org/drawingml/2006/main" prst="roundRect">
            <a:avLst>
              <a:gd name="adj" fmla="val 142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23313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38D871-17A8-4C27-A234-5CEADCC8F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5740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>
            <a:defPPr algn="ctr">
              <a:defRPr sz="112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舞台奥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4D0F88-2C5B-4E38-8E07-7CF43AE53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90800"/>
            <a:ext cx="2095500" cy="3095625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DCEC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A302AF-9C6C-49D6-80F7-D37DADBFD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714625"/>
            <a:ext cx="186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>
            <a:defPPr algn="ctr">
              <a:defRPr sz="1500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小鳥チーム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43687F-EBE3-406C-99A3-7FFF1B026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2099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E27F40-AFF4-4733-80B8-7CEA26966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2194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397D7F-AE86-40FB-BFB5-4AF97E6D9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099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C80E278-DA04-41C3-85D7-81055334C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194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7968610-66BA-4A69-8755-23D2E0E99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2099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9B0367D-F722-477A-8166-BF308FD1C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2194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A52AD1C-482B-4013-8715-ADF991816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8195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0EBAF53-5320-4D6F-B9CE-2602C8EA8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8290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4B24C94-B0B6-4890-B969-21C5ECB19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8195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32081D5-6D92-4740-ABFF-8CEAA09B1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8290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E5EB4E2-7734-4FBF-8467-EE5C7C65B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8195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053648A-40A9-43F5-ABF4-B72D90878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8290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E4F3388-403B-4AB1-9803-FD70A930B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429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19B56BE-305E-45AD-ADE0-6FEA3F0F1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4386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0CC7F1C-4098-4D8C-9911-607783C25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429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271C529-A601-49BF-BBD6-A60CFD130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4386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847AA87-A899-4A8E-AD53-1DB32147F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429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B56A86A-3A80-4F75-AACE-03D057FC6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4386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84A25F0-9E1A-4719-86DA-D16F04DAC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590800"/>
            <a:ext cx="2667000" cy="3095625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8DED6"/>
          </a:solidFill>
          <a:ln xmlns:a="http://schemas.openxmlformats.org/drawingml/2006/main" w="19050">
            <a:solidFill>
              <a:srgbClr val="E66F51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FE7D5D7-6CBB-4E0D-84F3-C56A9C545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714625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>
            <a:defPPr algn="ctr">
              <a:defRPr sz="1500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私チーム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92990C6-D0FE-4E0A-887F-F192149C6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62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02F68B9-D347-45AD-AD05-E75436AC2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718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BA1B031-A684-4CC4-95B0-4D7A27AC2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162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6F51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2FEAC5A-4C0C-402D-BC2B-AAB818C5A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1718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436"/>
          </a:bodyPr>
          <a:lstStyle xmlns:a="http://schemas.openxmlformats.org/drawingml/2006/main">
            <a:def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読む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68F02BE-2DAE-4CAA-8258-D61CA7E36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990850"/>
            <a:ext cx="266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>
            <a:defPPr algn="ctr">
              <a:defRPr sz="8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立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08D0A6F-B980-4566-A259-E16477594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62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6F51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EF299CA-9E21-43AE-AA20-21D9D3EA7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718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436"/>
          </a:bodyPr>
          <a:lstStyle xmlns:a="http://schemas.openxmlformats.org/drawingml/2006/main">
            <a:def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読む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36E3585-12D0-45C7-A77F-F031ACFAC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2990850"/>
            <a:ext cx="266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>
            <a:defPPr algn="ctr">
              <a:defRPr sz="8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立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96A15F1-1A95-4675-A97A-12B8BA408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62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6F51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8CB183B-D655-4464-B47A-6292BD293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718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436"/>
          </a:bodyPr>
          <a:lstStyle xmlns:a="http://schemas.openxmlformats.org/drawingml/2006/main">
            <a:def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読む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9F6DC76-F437-42BF-86C5-5CEA8A546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2990850"/>
            <a:ext cx="266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>
            <a:defPPr algn="ctr">
              <a:defRPr sz="8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立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C36C08B-3D1C-4D6C-BBB1-4D9E502E0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29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6F51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8B1A506-A9DD-4C94-92C7-BF5F9310A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3857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436"/>
          </a:bodyPr>
          <a:lstStyle xmlns:a="http://schemas.openxmlformats.org/drawingml/2006/main">
            <a:def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読む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79B746A-CB30-466F-8651-0CE160E37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657600"/>
            <a:ext cx="266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>
            <a:defPPr algn="ctr">
              <a:defRPr sz="8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立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22B2008-05B5-45FB-9213-0BC46C14E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829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6F51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CDC4C59-88C1-4AFE-8B41-E1793D2C8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83857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436"/>
          </a:bodyPr>
          <a:lstStyle xmlns:a="http://schemas.openxmlformats.org/drawingml/2006/main">
            <a:def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読む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38B212B-9FE8-4E61-A1B8-FD17D2F5C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657600"/>
            <a:ext cx="266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>
            <a:defPPr algn="ctr">
              <a:defRPr sz="8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立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FEC8CC0-283B-484B-89CF-279439B58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29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E2D9D91-9DB3-4443-8A5D-5664A3D32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3857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7B78EC4-B642-439E-96B9-D734BBBDC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95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017E4EF-F1C0-41F6-8933-1273C2C52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053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790CE99-F3D4-4F2A-8BB2-37EDF3FDA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495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E522DDA-C198-4C6F-8928-F8969A19F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5053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3FDD56D-0192-40D4-85B5-0D71CE19F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495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919A06B-AF5D-46D6-89B3-05FAD1ED9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5053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F5F4BF2-1DF9-4ED7-8423-6D231E247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590800"/>
            <a:ext cx="2095500" cy="3095625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8ED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9CDAE8D-066A-4F2A-B199-79F8C2C87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714625"/>
            <a:ext cx="186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>
            <a:defPPr algn="ctr">
              <a:defRPr sz="1500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鈴チーム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89C5959-38D7-426D-84B0-AE7BB40F2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2099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78576C0-C25E-40AF-8799-354C9B6DF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2194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2B92410-0F78-419E-8DB6-451735528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2099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CD42E566-CFAC-43D7-BB92-D6C7E9D6B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2194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26CD86E-F90C-4304-8D98-AD84929D9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2099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D822B06E-2CE9-41A6-B826-2C88A61AF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2194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780CFA69-BE60-4026-8871-5391CB11A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195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553552B9-3518-4CD2-AD30-D89A6B33D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290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68BDA042-D0FA-410F-A684-22897796F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8195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EBFACB4C-F1F3-42E6-B479-266F47059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8290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E9BAAE20-50EF-47F0-9BC2-2F1E2E16A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8195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02DD8CC9-4BDD-4D76-B5DD-AE8F336CE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8290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144512E4-BC47-4A0F-A96B-F4374B90E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429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552C782D-6B55-4635-8D17-E81BA1597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4386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1713C19E-2864-4D7C-AAE9-940C15845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429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C7E812F4-DDB4-4826-A5CD-A0884189C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4386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D61F702B-98E8-40D9-A005-7F44C1C1E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429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BD7C5682-5A86-4958-89C3-F9FA58A22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4386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A78D9DD2-445B-42E5-9E97-D54C72E0B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724525"/>
            <a:ext cx="78105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D"/>
          </a:solidFill>
          <a:ln xmlns:a="http://schemas.openxmlformats.org/drawingml/2006/main" w="0">
            <a:solidFill>
              <a:srgbClr val="23313D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6C0F012F-ACE9-4A61-96A6-B5491A6DF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74357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>
            <a:defPPr algn="ctr">
              <a:defRPr sz="105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舞台前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29AC0C62-917B-4B2A-9A3B-AC8C9CF28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>
            <a:defPPr algn="l">
              <a:defRPr sz="150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▼ 客席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1ADF53C4-3E56-4F99-8DA9-466C672A0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>
            <a:defPPr algn="r">
              <a:def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5238441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2C99C62C-FC15-47E7-9762-DEB25F104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47750" y="-1000125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C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CBA61E-6A21-4A40-9DCF-40FD0C7B3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476875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ED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7B0596-6DEF-4378-9349-FFB8FC2A7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>
            <a:defPPr algn="l">
              <a:defRPr sz="1500" b="1">
                <a:solidFill>
                  <a:srgbClr val="68A9C9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68A9C9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68A9C9"/>
                </a:solidFill>
                <a:latin typeface="Hiragino Sans"/>
                <a:ea typeface="Hiragino Sans"/>
                <a:cs typeface="Hiragino Sans"/>
              </a:rPr>
              <a:t>場面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C37A90-51CF-4CEE-8191-2F2AB6398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「地面を速くは走れない。」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8DA905-6C8C-4F38-BC65-A12D4237B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857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A9C9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721B22-1D76-4EFD-AB66-284E67118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428625"/>
            <a:ext cx="121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小鳥チーム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6C2102-681E-4162-BFCB-F7A0FB619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62075"/>
            <a:ext cx="11201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D"/>
          </a:solidFill>
          <a:ln xmlns:a="http://schemas.openxmlformats.org/drawingml/2006/main" w="0">
            <a:solidFill>
              <a:srgbClr val="23313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CDB0EC-74EF-4473-A509-ADF922E49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171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5686"/>
          </a:bodyPr>
          <a:lstStyle xmlns:a="http://schemas.openxmlformats.org/drawingml/2006/main">
            <a:defPPr algn="l">
              <a:defRPr sz="127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読む人数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133A3C-8FC6-44EC-B84A-F2B8C128D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76450"/>
            <a:ext cx="2286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569"/>
          </a:bodyPr>
          <a:lstStyle xmlns:a="http://schemas.openxmlformats.org/drawingml/2006/main">
            <a:defPPr algn="l">
              <a:defRPr sz="25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6人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2018BE-CE1F-4B6C-818E-B70AFF2AE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14625"/>
            <a:ext cx="171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5686"/>
          </a:bodyPr>
          <a:lstStyle xmlns:a="http://schemas.openxmlformats.org/drawingml/2006/main">
            <a:defPPr algn="l">
              <a:defRPr sz="127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姿勢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F9D0D1-D780-43F2-9689-A63DFA24F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81325"/>
            <a:ext cx="2428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座って読む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4618DE-A18F-49D2-B8F1-346AB8E41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62350"/>
            <a:ext cx="2524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3"/>
          </a:solidFill>
          <a:ln xmlns:a="http://schemas.openxmlformats.org/drawingml/2006/main" w="0">
            <a:solidFill>
              <a:srgbClr val="D8D1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E334D8-334E-4716-9141-0418DFDA4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004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A9C9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8462E2-7AF9-478B-840E-828B46E1C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2BBFDE-2976-4A88-8624-9A34010EC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714750"/>
            <a:ext cx="2076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小鳥チームの6人が読みます。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A940A7-F1B0-4E55-BCAF-D60EB5AE1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91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A9C9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CC3E91-D89D-40E6-BE9F-796A0E17D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005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1A5188-EA0E-4745-B042-8A1C30931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505325"/>
            <a:ext cx="2076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残りの3人も座ったまま待ちます。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AF157C-1323-4778-AB5B-F25A9D44E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48300"/>
            <a:ext cx="2524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FB0"/>
          </a:solidFill>
          <a:ln xmlns:a="http://schemas.openxmlformats.org/drawingml/2006/main" w="0">
            <a:solidFill>
              <a:srgbClr val="C8BFB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4023C5-3B8E-4B95-8739-46E1ADFAF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91175"/>
            <a:ext cx="2533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79"/>
          </a:bodyPr>
          <a:lstStyle xmlns:a="http://schemas.openxmlformats.org/drawingml/2006/main">
            <a:defPPr algn="l">
              <a:defRPr sz="1275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担当：＿＿＿＿・＿＿＿＿・＿＿＿＿</a:t>
            </a:r>
          </a:p>
          <a:p xmlns:a="http://schemas.openxmlformats.org/drawingml/2006/main">
            <a:pPr algn="l">
              <a:defRPr sz="1275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　　　＿＿＿＿・＿＿＿＿・＿＿＿＿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826409-C669-48E5-9C4A-20F7A6EA2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764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>
            <a:defPPr algn="l">
              <a:defRPr sz="13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舞台を上から見た配置図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028FEE-2FED-4A8B-9A6A-26FD4C74A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6764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>
            <a:defPPr algn="r">
              <a:defRPr sz="13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r">
              <a:defRPr sz="13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下が客席です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C77288-0557-450B-A610-91029864D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90725"/>
            <a:ext cx="7810500" cy="4010025"/>
          </a:xfrm>
          <a:prstGeom xmlns:a="http://schemas.openxmlformats.org/drawingml/2006/main" prst="roundRect">
            <a:avLst>
              <a:gd name="adj" fmla="val 142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23313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0B78DE-CA47-407E-B9DB-59674D687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5740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>
            <a:defPPr algn="ctr">
              <a:defRPr sz="112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舞台奥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B173B7-FA1F-4929-B1AF-3FC4E899A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90800"/>
            <a:ext cx="2095500" cy="3095625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DCEC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A00719-0E0C-41A2-9175-A8589379C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714625"/>
            <a:ext cx="186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>
            <a:defPPr algn="ctr">
              <a:defRPr sz="1500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小鳥チーム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B57E7A-8388-4299-95C4-2A82DD390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2099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E68945-2549-43FD-89E2-046BEC85D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2194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7BEA9FB-B336-4AB0-AE13-C8E215731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099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CC1818A-9624-4790-8925-DF408EC43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194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B00D740-FE6A-4A3B-9058-6E93757E2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2099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23AB45E-4572-484B-9D29-3AB5D0A80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2194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81B815C-0C11-49E1-AA11-9D5FCE430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8195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A9C9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283CC41-89C2-42C1-BE11-F5813608F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8290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026"/>
          </a:bodyPr>
          <a:lstStyle xmlns:a="http://schemas.openxmlformats.org/drawingml/2006/main">
            <a:def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読む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89F4A02-015F-4304-8E17-187D9AA40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8195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A9C9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CF43114-AB03-4FE6-BD45-31465AB3D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8290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026"/>
          </a:bodyPr>
          <a:lstStyle xmlns:a="http://schemas.openxmlformats.org/drawingml/2006/main">
            <a:def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読む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985B3E6-FBA0-42A9-8E01-29871B961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8195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A9C9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A927F9A-DE2D-4DA6-A77E-40387A609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8290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026"/>
          </a:bodyPr>
          <a:lstStyle xmlns:a="http://schemas.openxmlformats.org/drawingml/2006/main">
            <a:def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読む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7442ECA-220C-49F9-84E7-F74E75BEF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429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A9C9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03404EA-873E-4AAB-A534-0197F31D7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4386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026"/>
          </a:bodyPr>
          <a:lstStyle xmlns:a="http://schemas.openxmlformats.org/drawingml/2006/main">
            <a:def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読む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8695B2F-A2D6-4FAB-8463-3967EBEBC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429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A9C9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8438815-AC2A-4331-897B-2ACB7A091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4386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026"/>
          </a:bodyPr>
          <a:lstStyle xmlns:a="http://schemas.openxmlformats.org/drawingml/2006/main">
            <a:def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読む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3FDE29B-AACE-4CBB-B7B0-41AEA4753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429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A9C9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7CC194C-A94C-4157-BC75-48A08A3D9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4386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026"/>
          </a:bodyPr>
          <a:lstStyle xmlns:a="http://schemas.openxmlformats.org/drawingml/2006/main">
            <a:def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読む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1178367-CFA3-4C40-B168-AC7960222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590800"/>
            <a:ext cx="2667000" cy="3095625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8DED6"/>
          </a:solidFill>
          <a:ln xmlns:a="http://schemas.openxmlformats.org/drawingml/2006/main" w="19050">
            <a:solidFill>
              <a:srgbClr val="E66F51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AA7A256-D06C-4DC2-B9B6-BB9111C70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714625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>
            <a:defPPr algn="ctr">
              <a:defRPr sz="1500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私チーム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4231BCE-E024-4E35-AD3E-883F1DD93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62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4122BCB-59FE-4A1A-A756-FCE7D99EE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718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3F726E1-9CA8-43DC-AF43-2993A72CA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162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0D5A9EA-4F33-4FE6-AF31-6495D91BF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1718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B8B7F77-AD14-4D92-872A-3C0595AB6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62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E546158-AF30-484C-911D-A70F1CD96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718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273E11E-B9D0-4A03-B390-A9F767869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62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30677D4-8690-4715-A2F6-52A8FF991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718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D7318F1-C4AE-4818-89D6-F5612DE17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29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F1F21B4-4DB6-4585-9331-6F4CBE175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3857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D76F93D-9A58-4B35-BD4C-CA21CAE86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829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7A28B68-33DF-4F43-9709-E9C20CAE3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83857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A803769-1263-4024-913B-16F7E6EC4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29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69E42B7-9995-4D70-A9C5-72CEFA493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3857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F6C9CDB-F703-42BD-891A-0D656CB9A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95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CF70F2F-E368-4401-9FF4-8956C85A4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053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57108CE-1A1D-4955-BB1B-F5052B8BD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495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3716D72-328B-47EF-B7ED-367C404C7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5053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D5CC8C7-3407-4202-9126-CE965EF47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495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999CA92-6134-4A04-B480-6C4B8C599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5053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0BA8041-8FF8-4AD9-9833-9F49525E8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590800"/>
            <a:ext cx="2095500" cy="3095625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8ED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BEB3971-C5C8-4D56-82A6-18837D436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714625"/>
            <a:ext cx="186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>
            <a:defPPr algn="ctr">
              <a:defRPr sz="1500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鈴チーム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9049584-BC15-4378-9C45-463060D18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2099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C1C529F-95A1-40C1-969C-111F75A8A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2194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45DBE64-604E-463F-AD61-201A08F45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2099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A0F38D5-95BB-41A0-9DD0-7EA218928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2194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ADE841D-03C7-4CDE-A65C-1993CE4B5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2099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1B9C855-4057-49BE-BC7A-53A0B01F4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2194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E8695A9-C545-4367-829F-1929486A3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195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21E50D2-E3B1-44E5-8C8B-B1907059E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290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3E98E15-1DBF-4BF7-988B-1DF792956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8195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195819B-6788-495B-A153-59F72E566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8290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0A59B3F3-7825-4E30-BBC4-1F130C034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8195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35FA46E3-4E3F-4A5D-B9A8-D97C53DC6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8290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172CCC94-8F66-4B1F-AE20-299F8C8DB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429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B88CDBC0-A537-474A-A2BC-C4099796E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4386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66509A11-2372-4369-9032-E94B5DDF2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429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94B529C4-DFE9-438C-B4DD-4A265A6B3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4386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10459E05-F50F-4F61-9AE1-68D7FBAC9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429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B306C2F-324A-496B-BB63-440DE6C67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4386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4605630F-E925-451F-812A-0E957F33A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724525"/>
            <a:ext cx="78105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D"/>
          </a:solidFill>
          <a:ln xmlns:a="http://schemas.openxmlformats.org/drawingml/2006/main" w="0">
            <a:solidFill>
              <a:srgbClr val="23313D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2303F27E-CCDB-43C6-91F3-7C28BB407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74357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>
            <a:defPPr algn="ctr">
              <a:defRPr sz="105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舞台前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97C6A0A0-0680-44B0-96D8-05300B593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>
            <a:defPPr algn="l">
              <a:defRPr sz="150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▼ 客席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D86FCD6E-89A5-41C9-9277-2703EE88C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>
            <a:defPPr algn="r">
              <a:def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9230705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4DCF0519-6654-4A11-9EF1-C28627DD0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47750" y="-1000125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C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5731CF-7E4C-42BE-8BAB-101A5AFEB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476875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ED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2BACCC-D586-4B63-AC6B-2C4298C6F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>
            <a:defPPr algn="l">
              <a:defRPr sz="1500" b="1">
                <a:solidFill>
                  <a:srgbClr val="E66F5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E66F51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E66F51"/>
                </a:solidFill>
                <a:latin typeface="Hiragino Sans"/>
                <a:ea typeface="Hiragino Sans"/>
                <a:cs typeface="Hiragino Sans"/>
              </a:rPr>
              <a:t>場面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5FC481-1C49-480B-AE3C-4B737B92D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「私がからだをゆすっても、」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816153-E10A-4A40-B253-78201795F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857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6F51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4EE83D-EBDF-4A17-8F11-CDA2E964E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428625"/>
            <a:ext cx="121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私チーム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854D37-FD8C-4F5D-98D3-976BDBC75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62075"/>
            <a:ext cx="11201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D"/>
          </a:solidFill>
          <a:ln xmlns:a="http://schemas.openxmlformats.org/drawingml/2006/main" w="0">
            <a:solidFill>
              <a:srgbClr val="23313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39C3CD-CFA6-43D3-A511-A4DE4360A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171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5686"/>
          </a:bodyPr>
          <a:lstStyle xmlns:a="http://schemas.openxmlformats.org/drawingml/2006/main">
            <a:defPPr algn="l">
              <a:defRPr sz="127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読む人数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3AA94C-4377-4FA9-9C77-9B0F2CB0A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76450"/>
            <a:ext cx="2286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569"/>
          </a:bodyPr>
          <a:lstStyle xmlns:a="http://schemas.openxmlformats.org/drawingml/2006/main">
            <a:defPPr algn="l">
              <a:defRPr sz="25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4人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0856BD-5EA0-426F-A804-4BA37656A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14625"/>
            <a:ext cx="171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5686"/>
          </a:bodyPr>
          <a:lstStyle xmlns:a="http://schemas.openxmlformats.org/drawingml/2006/main">
            <a:defPPr algn="l">
              <a:defRPr sz="127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姿勢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299B29-43DB-4DB6-86F5-49DAF1B5D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81325"/>
            <a:ext cx="2428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立って読む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F69B9C-BADC-480E-A1CA-9E7D1B0DC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62350"/>
            <a:ext cx="2524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3"/>
          </a:solidFill>
          <a:ln xmlns:a="http://schemas.openxmlformats.org/drawingml/2006/main" w="0">
            <a:solidFill>
              <a:srgbClr val="D8D1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D13A50-1956-441B-A60B-CD77A7FAD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004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6F51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6D9257-E212-43B2-8E61-B17AA717F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CBA8CB-3B01-4DD4-AD34-EA7EABC1E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714750"/>
            <a:ext cx="2076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4人が立って読みます。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A37920-59D0-41BA-ACC6-EC08A9EAA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91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6F51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7E0B6E-94F9-43FD-9F6D-36262A3AF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005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E49C2D-3F80-4C5E-AA84-AC7DEFC4A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505325"/>
            <a:ext cx="2076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296"/>
          </a:bodyPr>
          <a:lstStyle xmlns:a="http://schemas.openxmlformats.org/drawingml/2006/main">
            <a:defPPr algn="l">
              <a:defRPr sz="13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座っている6人の体を、読みながらやさしくゆすります。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A4E5F1-F662-400D-B0FD-B913A8A9A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48300"/>
            <a:ext cx="2524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FB0"/>
          </a:solidFill>
          <a:ln xmlns:a="http://schemas.openxmlformats.org/drawingml/2006/main" w="0">
            <a:solidFill>
              <a:srgbClr val="C8BFB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DD05FC-5413-4822-B2E1-E5BEE4456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91175"/>
            <a:ext cx="2533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担当：＿＿＿＿・＿＿＿＿</a:t>
            </a:r>
          </a:p>
          <a:p xmlns:a="http://schemas.openxmlformats.org/drawingml/2006/main">
            <a:pPr algn="l">
              <a:defRPr sz="1275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　　　＿＿＿＿・＿＿＿＿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9EB49F-A249-49FA-BA99-F822C5EFB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764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>
            <a:defPPr algn="l">
              <a:defRPr sz="13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舞台を上から見た配置図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407D8B-24CB-4D3D-9CFF-627AD9C37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6764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>
            <a:defPPr algn="r">
              <a:defRPr sz="13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r">
              <a:defRPr sz="13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下が客席です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4DD964-18BE-41EB-B6AE-DA0D55015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90725"/>
            <a:ext cx="7810500" cy="4010025"/>
          </a:xfrm>
          <a:prstGeom xmlns:a="http://schemas.openxmlformats.org/drawingml/2006/main" prst="roundRect">
            <a:avLst>
              <a:gd name="adj" fmla="val 142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23313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D6055E-1F6C-4C50-A788-13B013F2C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5740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>
            <a:defPPr algn="ctr">
              <a:defRPr sz="112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舞台奥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099D01-6E9F-4BBF-8A95-E471BBFC9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90800"/>
            <a:ext cx="2095500" cy="3095625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DCEC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57873C-C807-43AB-BB69-F8115608D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714625"/>
            <a:ext cx="186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>
            <a:defPPr algn="ctr">
              <a:defRPr sz="1500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小鳥チーム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06FCB6-E13C-40DF-941E-6D221BFC2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2099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0240B44-2CF5-44F4-AE1E-EA212C3D0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2194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F980851-E54D-4703-B904-F0A97786C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099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F2FCDA4-FD6F-4BE8-BBFA-B177558A8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194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78B078F-AFAF-490A-B2CE-C590DEC3C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2099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4199ADC-0ECF-4F46-A68B-C296F2166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2194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72EFBE7-E5A9-4F2E-B150-4A218CFFF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8195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D266BEF-CAB5-447C-8825-EEA50FA6D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8290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E3B253E-5FDC-4DCF-B9CE-BBD732C39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8195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318E04D-2A4C-480A-829B-4143E5370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8290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DC4ADDE-870C-4E7D-A928-30B33F0F3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8195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039DBB0-1B05-4A55-9AFC-425347278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8290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ED14B69-33EF-4DB8-9FD8-BB9AFFED7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429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411BA77-8032-494A-BA62-B8325ADDE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4386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2A42F90-F766-4F70-A248-282995250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429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CB3E1F0-3926-4DBB-981C-796C97157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4386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EC35264-5C46-4F2D-8EA0-CF6693DED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429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0A2FF15-0B2E-4F1F-A079-E869E1CB6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4386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436A863-5BE1-4EB2-9A89-4B2018E71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590800"/>
            <a:ext cx="2667000" cy="3095625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8DED6"/>
          </a:solidFill>
          <a:ln xmlns:a="http://schemas.openxmlformats.org/drawingml/2006/main" w="19050">
            <a:solidFill>
              <a:srgbClr val="E66F51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5C101D4-9954-4419-B9E6-86B8805F6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714625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>
            <a:defPPr algn="ctr">
              <a:defRPr sz="1500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私チーム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18B8E55-7C08-4B60-8F12-BEEBCABB7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62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B371091-59FC-4643-A98D-792DD9808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718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BDC4BBC-343D-439C-A0CF-61BF60AF5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162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02E5CE4-B2E9-41BD-BB73-7C1AB3F2C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1718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1016BB7-A681-48FD-A030-6F321C148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62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AE75CDE-256F-455F-B1D4-4FCC4913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718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8F610C4-2EE8-4498-B590-3B1FF59E1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62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8653CC1-7067-488A-B464-EE37BCE5E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718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A22B319-41DC-4460-BFC4-2CD462C03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29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EEC751B-6D98-44F6-8FD2-01904351C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3857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72E512C-20CE-472B-A03B-DC5C95D6E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829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BE76105-3BD5-4EA3-99D3-9F6019AFD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83857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76BA448-854D-4F43-BA4F-DB0407B4B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29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6F51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BE18781-AAA7-443B-9D3A-AD1FF6DB3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3857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436"/>
          </a:bodyPr>
          <a:lstStyle xmlns:a="http://schemas.openxmlformats.org/drawingml/2006/main">
            <a:def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読む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73433B1-36FE-4F5F-A849-63CB507CC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657600"/>
            <a:ext cx="266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>
            <a:defPPr algn="ctr">
              <a:defRPr sz="8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立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9C194A6-8864-4A7F-A6D5-2419299CF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95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6F51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1BB1484-1A97-4B2D-BF3D-1DA5C0A26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053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436"/>
          </a:bodyPr>
          <a:lstStyle xmlns:a="http://schemas.openxmlformats.org/drawingml/2006/main">
            <a:def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読む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6218812-0BDD-4189-857A-F4461F6C0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324350"/>
            <a:ext cx="266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>
            <a:defPPr algn="ctr">
              <a:defRPr sz="8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立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0843063-B84E-4F07-A3A1-CA86603DA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495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6F51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4E9FA7F-DA8F-437F-AA27-776FDAE2B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5053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436"/>
          </a:bodyPr>
          <a:lstStyle xmlns:a="http://schemas.openxmlformats.org/drawingml/2006/main">
            <a:def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読む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F465D4F-B07A-41EE-87DF-0C6E7144A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324350"/>
            <a:ext cx="266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>
            <a:defPPr algn="ctr">
              <a:defRPr sz="8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立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321A14F-15DF-401E-883B-A0701091B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495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6F51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78208B9-9CDA-4EC8-92F0-F11DB3AB3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5053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436"/>
          </a:bodyPr>
          <a:lstStyle xmlns:a="http://schemas.openxmlformats.org/drawingml/2006/main">
            <a:def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読む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3AE48A5-F826-48B4-BEE2-26D8E932F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324350"/>
            <a:ext cx="266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>
            <a:defPPr algn="ctr">
              <a:defRPr sz="8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立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4B5F0D2-9D27-4171-8692-5405223C7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590800"/>
            <a:ext cx="2095500" cy="3095625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8ED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CC3C06F-277B-4284-9BE7-FC16C65CE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714625"/>
            <a:ext cx="186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>
            <a:defPPr algn="ctr">
              <a:defRPr sz="1500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鈴チーム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45993EB-EE02-4121-A07C-F8BCC772B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2099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BD23236-0EEB-420C-8F41-6AB4B8AE8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2194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C0191F3-4B49-431D-BF3A-C37082097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2099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3B75D59-CC4A-4854-B51B-1C1966B18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2194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D6D392DC-118C-42C2-9D73-89D4D81D0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2099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F6B9EAA-F932-4F4C-B2C8-65DA1B21F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2194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2952114-456B-4088-B0F2-47FCA9013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195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135D1E58-B4CD-4B59-A19E-1B6C74801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290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E6644D7E-3F2C-41EB-B25E-97BF86FCF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8195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67E51298-3DC4-4257-BD03-1204F2509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8290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FB3D055C-CB08-40C1-AD83-3FD6C3C3A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8195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AFD9054B-2CF9-41D8-8878-90C0FFBB0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8290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D2A6EAD3-7038-4D8C-AF23-A3EFD9326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429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A5AFEFA3-14B1-429E-99D4-BDB5F7B54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4386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862995FB-F922-4B5A-9802-4503316D8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429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64E9407A-4486-4507-B54D-69476DF0F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4386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239CEAB9-158D-4142-A410-C64C8F991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429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C852D063-6CF9-4375-8AFB-C98C967F6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4386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3F66430B-EC15-40F0-8904-A88BD3878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305425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4人が6人をやさしくゆする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302BC363-D7EC-4EDE-ADE7-62732554A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724525"/>
            <a:ext cx="78105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D"/>
          </a:solidFill>
          <a:ln xmlns:a="http://schemas.openxmlformats.org/drawingml/2006/main" w="0">
            <a:solidFill>
              <a:srgbClr val="23313D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1734C6D7-A393-4CCD-B591-83CF20981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74357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>
            <a:defPPr algn="ctr">
              <a:defRPr sz="105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舞台前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B7E0CF84-13A2-47F0-A40F-58DC2AB0A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>
            <a:defPPr algn="l">
              <a:defRPr sz="150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▼ 客席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7E0A73A0-9356-421B-9A3C-779A03533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>
            <a:defPPr algn="r">
              <a:def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35767841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C404A465-DE09-4E31-A441-8D0550C2C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47750" y="-1000125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C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AE9808-8531-4160-9774-B14AE5EDC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476875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ED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E11B33-3D4E-41EC-8099-36E95BBE9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>
            <a:defPPr algn="l">
              <a:defRPr sz="1500" b="1">
                <a:solidFill>
                  <a:srgbClr val="E6B94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E6B947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E6B947"/>
                </a:solidFill>
                <a:latin typeface="Hiragino Sans"/>
                <a:ea typeface="Hiragino Sans"/>
                <a:cs typeface="Hiragino Sans"/>
              </a:rPr>
              <a:t>場面 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864750-1A0F-4429-AE37-7E139DEE8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「きれいな音は出ないけど、」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77B84A-A057-4C63-A075-A6362250E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857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B947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BE1125-4880-4E74-A029-95DADD70F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428625"/>
            <a:ext cx="121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鈴チーム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0D6C58-A073-4BCF-BFFD-6E44A39BD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62075"/>
            <a:ext cx="11201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D"/>
          </a:solidFill>
          <a:ln xmlns:a="http://schemas.openxmlformats.org/drawingml/2006/main" w="0">
            <a:solidFill>
              <a:srgbClr val="23313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E3C5D3-333B-4B6E-AF51-C5E0D8ADF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171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5686"/>
          </a:bodyPr>
          <a:lstStyle xmlns:a="http://schemas.openxmlformats.org/drawingml/2006/main">
            <a:defPPr algn="l">
              <a:defRPr sz="127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読む人数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898F32-DC08-4A7C-AA7C-FC740D8A0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76450"/>
            <a:ext cx="2286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569"/>
          </a:bodyPr>
          <a:lstStyle xmlns:a="http://schemas.openxmlformats.org/drawingml/2006/main">
            <a:defPPr algn="l">
              <a:defRPr sz="25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1人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07AC09-CDCA-4858-A725-95480B8B0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14625"/>
            <a:ext cx="171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5686"/>
          </a:bodyPr>
          <a:lstStyle xmlns:a="http://schemas.openxmlformats.org/drawingml/2006/main">
            <a:defPPr algn="l">
              <a:defRPr sz="127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姿勢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66AD47-4C10-492C-AADF-643C27416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81325"/>
            <a:ext cx="2428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立って読む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D4C32B-A705-4BAF-9912-7721635EA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62350"/>
            <a:ext cx="2524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3"/>
          </a:solidFill>
          <a:ln xmlns:a="http://schemas.openxmlformats.org/drawingml/2006/main" w="0">
            <a:solidFill>
              <a:srgbClr val="D8D1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0D0248-5E1A-4A13-964A-D6A2A32E7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004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B947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CE4351-794D-4FC0-9FB0-8E2A80764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5B59B5-1291-4BBD-9B0D-381FFC5E2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714750"/>
            <a:ext cx="2076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鈴チームの1人が立ちます。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02C664-321E-4381-96E2-578415A78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91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B947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6E0B2B-AA1A-4AC1-BFD2-2CC7C397A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005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FA7905-1171-42B0-84D6-541DD303E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505325"/>
            <a:ext cx="2076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残りの8人は座ったまま待ちます。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1CB4DF-585E-44F2-92AE-4EB7A75B4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48300"/>
            <a:ext cx="2524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FB0"/>
          </a:solidFill>
          <a:ln xmlns:a="http://schemas.openxmlformats.org/drawingml/2006/main" w="0">
            <a:solidFill>
              <a:srgbClr val="C8BFB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3992A2-BF10-4172-8009-682773BD0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91175"/>
            <a:ext cx="2533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担当：＿＿＿＿＿＿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68C6C3-D0AB-4F15-A28D-4DB7562FD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764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>
            <a:defPPr algn="l">
              <a:defRPr sz="13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舞台を上から見た配置図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1B44DC-EBED-4DB6-BD85-212FC9EA2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6764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>
            <a:defPPr algn="r">
              <a:defRPr sz="13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r">
              <a:defRPr sz="13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下が客席です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5812DF-28CA-4249-8EFA-36EAC7BD1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90725"/>
            <a:ext cx="7810500" cy="4010025"/>
          </a:xfrm>
          <a:prstGeom xmlns:a="http://schemas.openxmlformats.org/drawingml/2006/main" prst="roundRect">
            <a:avLst>
              <a:gd name="adj" fmla="val 142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23313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0BF38D-5293-4564-8785-D15579040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5740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>
            <a:defPPr algn="ctr">
              <a:defRPr sz="112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舞台奥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C22CAA-D6BC-4AB9-8062-59F27B7DD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90800"/>
            <a:ext cx="2095500" cy="3095625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DCEC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3C12CA-D28F-49D6-B7EC-1F8B9F9F1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714625"/>
            <a:ext cx="186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>
            <a:defPPr algn="ctr">
              <a:defRPr sz="1500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小鳥チーム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0CA45C-40CF-4E70-AE43-8A3DDA697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2099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A8933E-ABCD-4A9B-A816-A7F0ABC02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2194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5459C1C-7E99-427D-A5A5-364BAEDBC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099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E8A1A91-36D9-451D-BAB6-7D3596836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194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82DC2B4-9031-4E9C-9206-9C649FD68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2099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0A33A1D-1EE6-46D6-8ADF-466D9A626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2194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EF074D9-CA51-4FE1-9908-2F7BB5396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8195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5044536-9DF3-45EE-9DAD-03E5FAFA7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8290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4AAC495-9C31-4C22-9E6D-61C3B208C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8195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4AF2DAE-92CC-495F-9D6A-0E22AA3AB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8290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5D919E0-21C7-4AE1-B727-2A2551439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8195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1A71046-2D34-43AE-BA63-1AC819A5A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8290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1660DCF-2413-4EC7-AC74-A12F5B376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429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B75C31A-A521-4567-9B54-E45611841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4386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313AB4B-707F-4A2D-A834-BA528B1B3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429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5A7F65C-B497-4611-A5C9-6650C4E25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4386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9023CDA-6ACB-4F38-A44F-D325463EC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429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EA73A03-F35A-45B4-8E93-920B4C170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4386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976E11E-03E0-4483-A3E2-CF76AA902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590800"/>
            <a:ext cx="2667000" cy="3095625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8DED6"/>
          </a:solidFill>
          <a:ln xmlns:a="http://schemas.openxmlformats.org/drawingml/2006/main" w="19050">
            <a:solidFill>
              <a:srgbClr val="E66F51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1960A94-ECB0-441E-A4D0-BE968CBB9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714625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>
            <a:defPPr algn="ctr">
              <a:defRPr sz="1500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私チーム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329653C-528D-45ED-A3D8-44C63EC5C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62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3ECAAC2-7C24-4CA1-B47A-21E5416E0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718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98C2D0A-BDD9-43F1-8E89-52122876A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162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DBA192B-DD86-4A17-8090-09BE555B9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1718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5DEA408-FA83-4E3A-967F-3E888A697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62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D94EDD9-7E86-4642-831B-3D1A0A810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718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9FA11EE-27A1-4194-8951-3949A8B28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62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A45ADED-A208-416B-B469-C867DD0D5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718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ABE4CE1-C68A-4DA1-ABF4-0E35774FC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29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5878D41-3328-46D9-BF2C-4C00CF9E5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3857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F336ECD-29BC-4D31-A625-D7ABAC73F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829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5D5598D-2CBE-485D-A541-EA247C5CC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83857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3813741-DC21-4AB8-9382-F171232D8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29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C9F55C1-F1E7-423B-AE5E-B2213841F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3857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1B132FA-7FCF-4C6B-A768-775580C3D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95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C244896-382F-4455-ABAD-1280E4FD2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053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2D5EA53-A9CB-4420-89B9-74666513B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495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CB73845-B574-48E1-A347-1E0E93E06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5053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2FCDE80-8826-4640-8D2B-79E22D8C7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495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9ACE179-FF58-4116-BE6C-D8ECE55B5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5053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EA52AA3-18D1-43B0-840E-E1CE9C950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590800"/>
            <a:ext cx="2095500" cy="3095625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8ED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ADECFE6-48D7-4FC8-87C8-C9B01D5D6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714625"/>
            <a:ext cx="186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>
            <a:defPPr algn="ctr">
              <a:defRPr sz="1500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鈴チーム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89E4E0B-03E1-4B81-BDA8-9522C9039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2099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B947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CC7DE6F-DE2C-41FD-9E70-B5D381B21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2194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026"/>
          </a:bodyPr>
          <a:lstStyle xmlns:a="http://schemas.openxmlformats.org/drawingml/2006/main">
            <a:def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読む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DEDD4CA-DC5D-47B2-A1DB-9AD84A748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038475"/>
            <a:ext cx="247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>
            <a:defPPr algn="ctr">
              <a:defRPr sz="82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立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5769ABB-4A72-4D74-92DB-4DACE8AC9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2099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75C178A-3776-4353-81B5-B7794F075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2194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9CB5FC5-03EC-42A7-BD35-A85EB1F1B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2099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C0F49A7-2C5D-40B3-AD5A-04208632B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2194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26009B2-25B1-49A9-A8C7-D887E793E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195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C8BA1828-0A11-4992-B158-C9D42F102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290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88AC4D7-74E0-4CC1-BF44-63A9D0C4B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8195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C047308B-E01A-4085-A717-23ED3C8FD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8290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AD178CA-0C9D-4CC9-85DE-98714070C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8195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0081AE1C-38C2-4906-8ED0-DE64BA9ED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8290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6E5CA377-F3C0-432C-94DC-3A55C724B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429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A914D4DF-58D8-4B4E-92D8-17FA1D351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4386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F902BE5B-EA7B-4EC0-853A-FDCC6F1E8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429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BFFA6515-5653-415A-B731-4B7001C25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4386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E90B6932-F9A9-42A8-848A-A1ED627EF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429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2A6CCADD-1961-4C2B-B65B-7E80BA031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4386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DD23F985-02B7-4484-9696-8DF0A1354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724525"/>
            <a:ext cx="78105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D"/>
          </a:solidFill>
          <a:ln xmlns:a="http://schemas.openxmlformats.org/drawingml/2006/main" w="0">
            <a:solidFill>
              <a:srgbClr val="23313D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493D602D-C629-4815-A6FF-7082A54AF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74357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>
            <a:defPPr algn="ctr">
              <a:defRPr sz="105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舞台前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2FE2E0EB-F2E2-47A3-AC21-D98897D78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>
            <a:defPPr algn="l">
              <a:defRPr sz="150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▼ 客席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DB546309-7D1C-4117-9432-7910085B6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>
            <a:defPPr algn="r">
              <a:def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9940314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BFAF3D34-0333-407D-AB55-0E06B2E6E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47750" y="-1000125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C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8673D6-0E38-4F64-9F74-EFAC5CF4B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476875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ED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9A065C-2013-4978-BC1C-72CA8C3F8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>
            <a:defPPr algn="l">
              <a:defRPr sz="1500" b="1">
                <a:solidFill>
                  <a:srgbClr val="E6B94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E6B947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E6B947"/>
                </a:solidFill>
                <a:latin typeface="Hiragino Sans"/>
                <a:ea typeface="Hiragino Sans"/>
                <a:cs typeface="Hiragino Sans"/>
              </a:rPr>
              <a:t>場面 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7F0225-49FC-4581-BE83-D1A8D9B47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「あの鳴る鈴は私のように、」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7D2A82-DFE9-44AD-900E-C53D65EEE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857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B947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151F9A-B30B-4C60-8AA0-774BA4C6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428625"/>
            <a:ext cx="121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鈴チーム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03B3BA-7A2C-47C2-B356-9EC99E68E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62075"/>
            <a:ext cx="11201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D"/>
          </a:solidFill>
          <a:ln xmlns:a="http://schemas.openxmlformats.org/drawingml/2006/main" w="0">
            <a:solidFill>
              <a:srgbClr val="23313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F74C1F-2825-42C2-87F2-6FD3683A6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171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5686"/>
          </a:bodyPr>
          <a:lstStyle xmlns:a="http://schemas.openxmlformats.org/drawingml/2006/main">
            <a:defPPr algn="l">
              <a:defRPr sz="127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読む人数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11B788-E6B2-4B1B-9521-FE604F09E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76450"/>
            <a:ext cx="2286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569"/>
          </a:bodyPr>
          <a:lstStyle xmlns:a="http://schemas.openxmlformats.org/drawingml/2006/main">
            <a:defPPr algn="l">
              <a:defRPr sz="25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3人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C0DED8-AFE0-4D65-8716-C8AD22BC2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14625"/>
            <a:ext cx="171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5686"/>
          </a:bodyPr>
          <a:lstStyle xmlns:a="http://schemas.openxmlformats.org/drawingml/2006/main">
            <a:defPPr algn="l">
              <a:defRPr sz="127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姿勢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D697D3-333B-4963-9FD0-859B008C8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81325"/>
            <a:ext cx="2428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立って読む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C5E8CF-835B-41A7-A909-303DBB91B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62350"/>
            <a:ext cx="2524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3"/>
          </a:solidFill>
          <a:ln xmlns:a="http://schemas.openxmlformats.org/drawingml/2006/main" w="0">
            <a:solidFill>
              <a:srgbClr val="D8D1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5EBBC5-8442-4E57-8D94-030D05016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004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B947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42B9DD-6B9A-4D85-AB67-431F16E5F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A87DC4-2F5A-45EB-BD93-CA962AD04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714750"/>
            <a:ext cx="2076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場面6の1人は座ります。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BFDD8D-B424-4F63-9D7A-D75F2527C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91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B947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A2F777-A753-4C5E-B8B9-3F3F81E39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005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44D578-C8F9-479E-9CF4-042852C05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505325"/>
            <a:ext cx="2076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入れ替わるように、別の3人が立って読みます。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9E2679-9163-4E21-BA5A-609BE15AA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48300"/>
            <a:ext cx="2524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FB0"/>
          </a:solidFill>
          <a:ln xmlns:a="http://schemas.openxmlformats.org/drawingml/2006/main" w="0">
            <a:solidFill>
              <a:srgbClr val="C8BFB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E0BCE4-CA19-4BC3-8F57-EEE52ADF7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91175"/>
            <a:ext cx="2533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担当：＿＿＿＿・＿＿＿＿・＿＿＿＿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0F1F04-64F2-4638-A07F-6F8EC2DE2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764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>
            <a:defPPr algn="l">
              <a:defRPr sz="13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舞台を上から見た配置図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B18C26-3D9D-4D79-9BFF-4B14A5E93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6764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>
            <a:defPPr algn="r">
              <a:defRPr sz="13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r">
              <a:defRPr sz="13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下が客席です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9228B8-3475-498D-BE4A-CCC8ED69C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90725"/>
            <a:ext cx="7810500" cy="4010025"/>
          </a:xfrm>
          <a:prstGeom xmlns:a="http://schemas.openxmlformats.org/drawingml/2006/main" prst="roundRect">
            <a:avLst>
              <a:gd name="adj" fmla="val 142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23313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3BB71D-4CCC-4DD2-B1F4-99B28CE2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5740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>
            <a:defPPr algn="ctr">
              <a:defRPr sz="112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舞台奥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71F1E0-0101-4092-A473-73FAF072D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90800"/>
            <a:ext cx="2095500" cy="3095625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DCEC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63C77A-A97C-4702-AC76-7DF0B01F8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714625"/>
            <a:ext cx="186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>
            <a:defPPr algn="ctr">
              <a:defRPr sz="1500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小鳥チーム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83A879-54E9-412D-ACE5-431093ABF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2099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C758801-B889-484C-87DF-DAF88735E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2194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578071B-D3DF-4944-8A5A-0B866EEAE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099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045C8F8-42AE-4B2C-9E14-BACCAB603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194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79CE06D-5499-4608-ABFD-5B92165CD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2099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732E430-DE1E-4F6E-AA91-800CDBD27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2194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CBCE9EB-927C-4B66-A3AC-572B6DE3D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8195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237394A-2B3F-4B40-908F-E60644ED9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8290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2C4B984-9EF5-4EAB-A485-E1035667E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8195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2AE8EFF-D09D-48F6-A4D5-26533A8EC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8290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73B8AE7-30DA-4D11-8C83-F966F0038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8195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61534C8-D57F-47A3-BAB5-CD1134AAB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8290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0AD99EC-6DD1-4430-9799-8AC85665C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429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C0AEC4F-F08E-4D25-97A0-47146E976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4386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C0B7A9F-3B5C-4B3F-913B-980570E12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429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947E524-0EF3-4560-BD2C-B3AF77461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4386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5582D20-EBCC-422D-A33F-F6DD518F3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429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9284F41-A81A-4AE6-9319-874933192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4386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F2A1F19-4B94-4051-8174-B0796D6E6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590800"/>
            <a:ext cx="2667000" cy="3095625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8DED6"/>
          </a:solidFill>
          <a:ln xmlns:a="http://schemas.openxmlformats.org/drawingml/2006/main" w="19050">
            <a:solidFill>
              <a:srgbClr val="E66F51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C0F6EFB-EC58-4650-82E3-C43925EF0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714625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>
            <a:defPPr algn="ctr">
              <a:defRPr sz="1500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私チーム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1A422FA-74E1-4158-BAE2-2F7FBDE13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62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C6CC65B-0C5C-45D2-8918-D6B6F2C9E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718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1D0DF78-1872-4B70-9F59-C5F4E282C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162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59A4B60-BFE2-4093-9FD3-FD61B3FDD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1718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B367970-04C0-4661-855E-7C95AD9D0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62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E73BF99-9A61-4ED8-BE16-6AE941971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718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1FCCFA7-24C2-41B1-A4C7-086A6A20F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62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81786FF-C8B9-4E96-8F69-E9B77C560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718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6BD61AE-EEE2-45D2-AE47-949E7AC9D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29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6337FF3-3442-4742-913A-A599CFA9C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3857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2A17AC8-3127-4005-92DB-5F3FDDD70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829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7C04E71-678C-42E2-BE2D-6F34BABD6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83857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67B8CDC-8EA5-4D04-B043-34785559E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29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D0B03D4-9FEF-4EEB-8613-AC3C774D4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3857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C4B76FC-1791-45BD-8387-A73431DC3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95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9767AF1-6E39-4E35-9446-7969E7488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053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6D237B7-C1A2-403A-8389-660296A1C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495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E329952-7814-4D91-B962-0DEE1ECB6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5053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3E6AC54-19D6-42D1-BF40-C52E3603E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495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218F9BD-F3F8-40E0-B690-2467AABFE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5053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4329714-82C9-424B-B907-02F2A7B84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590800"/>
            <a:ext cx="2095500" cy="3095625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8ED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95FBF51-4DC2-4B4E-8895-C33F943BB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714625"/>
            <a:ext cx="186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>
            <a:defPPr algn="ctr">
              <a:defRPr sz="1500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鈴チーム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F6A4D0B-2369-4DBB-AA2F-00CCC1490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2099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FE88CD0-FF8F-4273-B6FA-50C56DAE5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2194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5A4FC27-8585-42B4-B470-A139CB615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2099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B947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420E544-4F99-415C-96ED-B863ADD54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2194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026"/>
          </a:bodyPr>
          <a:lstStyle xmlns:a="http://schemas.openxmlformats.org/drawingml/2006/main">
            <a:def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読む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BFBA45B-1760-49E5-BF1E-AEAFED32F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3038475"/>
            <a:ext cx="247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>
            <a:defPPr algn="ctr">
              <a:defRPr sz="82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立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A549E5F-D9EA-4594-9351-DEE486410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2099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B947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0BE03D3-6033-4D16-961D-2316AA1A6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2194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026"/>
          </a:bodyPr>
          <a:lstStyle xmlns:a="http://schemas.openxmlformats.org/drawingml/2006/main">
            <a:def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読む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CF613B1-F88A-4115-A083-10EEB7EF5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038475"/>
            <a:ext cx="247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>
            <a:defPPr algn="ctr">
              <a:defRPr sz="82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立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695A312-2F3A-4BC8-BFEE-9FE368120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195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B947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24AAA28F-0E4D-4E6F-B84D-3CD511398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290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026"/>
          </a:bodyPr>
          <a:lstStyle xmlns:a="http://schemas.openxmlformats.org/drawingml/2006/main">
            <a:def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読む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8F75C12-6E77-4B54-95B2-E9C99F10E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648075"/>
            <a:ext cx="247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>
            <a:defPPr algn="ctr">
              <a:defRPr sz="82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立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7E0E4542-FE27-4CAD-9055-A147814DF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8195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60BE4968-FAF6-49E0-BF7C-06BEF95AF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8290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A91EF39-75EB-461B-A747-EDD68CBC9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8195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69F6E47D-AD9F-4929-8324-B2E02C584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8290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26F69E2-D415-4077-943B-8597C31A5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429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235AE7D7-C069-4391-97D8-B25EABD84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4386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1B463ED-F523-4059-8F24-F45824B48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429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DE67D37B-FD59-4AFC-887D-57B8D53DD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4386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ECE6E87B-108F-4035-88EB-4F04F6F6E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429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91AEA0D1-33A7-4CD0-A6CB-15B3193A7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4386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86F30683-B7F1-4097-9F58-218919AAC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724525"/>
            <a:ext cx="78105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D"/>
          </a:solidFill>
          <a:ln xmlns:a="http://schemas.openxmlformats.org/drawingml/2006/main" w="0">
            <a:solidFill>
              <a:srgbClr val="23313D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AEDB2DA6-FB3A-47AF-974C-FDB73C126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74357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>
            <a:defPPr algn="ctr">
              <a:defRPr sz="105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舞台前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C2CA9CA6-08C2-4063-AF45-B9AE58F26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>
            <a:defPPr algn="l">
              <a:defRPr sz="150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▼ 客席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545B398B-286D-49EE-931A-8F2589B3E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>
            <a:defPPr algn="r">
              <a:def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96317554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EF29D265-3556-4F6E-8C3C-A572F754D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47750" y="-1000125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C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0ADE9B-4482-4C0C-BCA5-81D8304F1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476875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ED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8479A7-AF4D-4C0F-9BFB-746F79119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>
            <a:defPPr algn="l">
              <a:defRPr sz="1500" b="1">
                <a:solidFill>
                  <a:srgbClr val="E6B94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E6B947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E6B947"/>
                </a:solidFill>
                <a:latin typeface="Hiragino Sans"/>
                <a:ea typeface="Hiragino Sans"/>
                <a:cs typeface="Hiragino Sans"/>
              </a:rPr>
              <a:t>場面 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83635B-E2F8-422B-8BBC-6AA51D24D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「たくさんな唄は知らないよ。」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CA5724-6DFF-49BF-A4BD-FEC4115A8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857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B947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2E0323-6DD4-4D82-AB0E-31E70CCF0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428625"/>
            <a:ext cx="121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鈴チーム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5C3FFE-8266-459D-B0C9-7C452DD54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62075"/>
            <a:ext cx="11201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D"/>
          </a:solidFill>
          <a:ln xmlns:a="http://schemas.openxmlformats.org/drawingml/2006/main" w="0">
            <a:solidFill>
              <a:srgbClr val="23313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DAACE0-4A5C-42CE-A876-750080C2B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171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5686"/>
          </a:bodyPr>
          <a:lstStyle xmlns:a="http://schemas.openxmlformats.org/drawingml/2006/main">
            <a:defPPr algn="l">
              <a:defRPr sz="127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読む人数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855D14-670C-45FD-8B5E-545912556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76450"/>
            <a:ext cx="2286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569"/>
          </a:bodyPr>
          <a:lstStyle xmlns:a="http://schemas.openxmlformats.org/drawingml/2006/main">
            <a:defPPr algn="l">
              <a:defRPr sz="25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5人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A1DB73-1CF1-4569-90C9-EA6642B56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14625"/>
            <a:ext cx="171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5686"/>
          </a:bodyPr>
          <a:lstStyle xmlns:a="http://schemas.openxmlformats.org/drawingml/2006/main">
            <a:defPPr algn="l">
              <a:defRPr sz="127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姿勢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E89565-5F72-496E-A8A0-3A9CDBD2A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81325"/>
            <a:ext cx="2428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座って読む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567BCB-33AA-4D6B-AA9A-8AA161E74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62350"/>
            <a:ext cx="2524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3"/>
          </a:solidFill>
          <a:ln xmlns:a="http://schemas.openxmlformats.org/drawingml/2006/main" w="0">
            <a:solidFill>
              <a:srgbClr val="D8D1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121AE4-F049-423A-8105-98193963E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004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B947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478B21-BF70-4C13-9F4C-A44505D83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D7FD83-EF29-4130-8C2B-1E5F160C6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714750"/>
            <a:ext cx="2076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まだ読んでいない5人が読みます。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6A7AF5-DD02-430B-A23F-32C569DFE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91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B947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3BBAE5-979E-437E-B78A-AA9292F1B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005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124B6F-C27E-4B82-A62D-78A4D3F48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505325"/>
            <a:ext cx="2076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先に読んだ4人も座ったまま待ちます。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8C1CDD-8633-42BC-8E5A-15F7EFB85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48300"/>
            <a:ext cx="2524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FB0"/>
          </a:solidFill>
          <a:ln xmlns:a="http://schemas.openxmlformats.org/drawingml/2006/main" w="0">
            <a:solidFill>
              <a:srgbClr val="C8BFB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495B4B-7B92-4033-A55D-98D172E6D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91175"/>
            <a:ext cx="2533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809"/>
          </a:bodyPr>
          <a:lstStyle xmlns:a="http://schemas.openxmlformats.org/drawingml/2006/main">
            <a:defPPr algn="l">
              <a:defRPr sz="1275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担当：＿＿＿＿・＿＿＿＿・＿＿＿＿</a:t>
            </a:r>
          </a:p>
          <a:p xmlns:a="http://schemas.openxmlformats.org/drawingml/2006/main">
            <a:pPr algn="l">
              <a:defRPr sz="1275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　　　＿＿＿＿・＿＿＿＿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C1AF7A-C3FA-4A1C-9C68-2851CAAB1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764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>
            <a:defPPr algn="l">
              <a:defRPr sz="13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舞台を上から見た配置図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07A228-AB81-480B-B065-9E816BC18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6764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>
            <a:defPPr algn="r">
              <a:defRPr sz="13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r">
              <a:defRPr sz="13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下が客席です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A7B877-391D-4487-A8F1-8E47B3A85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90725"/>
            <a:ext cx="7810500" cy="4010025"/>
          </a:xfrm>
          <a:prstGeom xmlns:a="http://schemas.openxmlformats.org/drawingml/2006/main" prst="roundRect">
            <a:avLst>
              <a:gd name="adj" fmla="val 142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23313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F6D378-39EA-495E-995D-39DFB764E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5740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>
            <a:defPPr algn="ctr">
              <a:defRPr sz="112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舞台奥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9117C6-1BE8-4A68-8A5E-20CD03DA0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90800"/>
            <a:ext cx="2095500" cy="3095625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DCEC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541A5B-29CC-4605-A167-B385A041C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714625"/>
            <a:ext cx="186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>
            <a:defPPr algn="ctr">
              <a:defRPr sz="1500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小鳥チーム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8BCBFE-6878-412D-B870-9CDA8D02D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2099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399019-BEA2-4567-B2EA-BC1F1F893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2194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9F82EE7-CD21-47DF-8C2E-20F52F97E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099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648385-BD7E-4E9B-BBC6-8F882539E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194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0B8BEAB-B802-497C-9D5B-50F7389BC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2099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DB4B1FA-E89C-4595-8383-DB9648074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2194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B5AD79B-7276-4970-B1F9-91DDEE25A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8195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DAF621B-0033-4612-87F3-B91435BEA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8290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5FC7D1D-1831-4CDB-BAB9-181B97CD6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8195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D2ED6AD-C545-4A13-AD74-820108F0B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8290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B77699B-6AA3-4400-BFE7-6B208EB69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8195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3D9FB94-E011-4E88-B14C-EF5704C46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8290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96D43D5-BED6-4B4F-B3F1-59DA5C67B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429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8E7EF3D-9298-4B3D-918C-AC2AA755F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4386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D658A13-42FE-4E6C-86E0-27BD56AF6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429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ED87E3E-600D-4FA7-A3A3-4F087AE0E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4386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995C157-735E-4C8C-A6A9-67A5FB71C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429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89EA21E-E5FD-4054-8E50-10EB93E07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4386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75487BE-9BBE-4D4D-80F7-73F5CC190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590800"/>
            <a:ext cx="2667000" cy="3095625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8DED6"/>
          </a:solidFill>
          <a:ln xmlns:a="http://schemas.openxmlformats.org/drawingml/2006/main" w="19050">
            <a:solidFill>
              <a:srgbClr val="E66F51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6165661-678C-41E3-ADA5-DBE6E9FAB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714625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>
            <a:defPPr algn="ctr">
              <a:defRPr sz="1500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私チーム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5C07984-3271-414D-BBC4-8EE15B03D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62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C6DCCEB-0624-4109-B1AA-0B7B5D117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718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D582535-1144-45BF-9894-C02864E20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162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20C4ECC-BC19-4A4C-9DDF-518FF442E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1718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F1BE539-7627-4EAC-887C-957AFC13A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62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F2478BD-478E-4CC7-9F0F-31E9DB1E3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718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FB00F01-0E7F-4025-96AA-FB484292D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62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1F71845-3A62-48AA-8375-205411A16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718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A9F6495-6C03-472F-B9B9-110146AEE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29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81EB9F1-9EF9-4B80-9F8F-2D2BF1C2B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3857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8E6F667-E845-4282-B69D-3EC131BC9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829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181E2C8-CF49-4E38-8905-193B1A461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83857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4A9C340-90DE-411D-9DC9-286A3AB67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29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5793DF8-EC6C-487D-AF93-C5461F345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3857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89D470B-837C-4451-AC95-16BD96DB9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95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6696B57-7F0A-41B2-A0E3-C84CA24B0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053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DBF52E2-5625-4E28-B712-2CB802756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495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B1B1649-620D-4E1F-B530-E492D3360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5053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2B2F4E1-85B6-449A-B423-0DD38787D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495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79C3806-C040-47F3-BAD9-DADF4F022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5053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D5050BC-BCFB-4644-B5DA-DC41FE686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590800"/>
            <a:ext cx="2095500" cy="3095625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8ED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B86372D-67D9-4DC6-BBE1-40C45D7F9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714625"/>
            <a:ext cx="186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>
            <a:defPPr algn="ctr">
              <a:defRPr sz="1500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鈴チーム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75789A7-2F38-46D3-816D-FA369E480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2099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2FE05EF-0453-4997-BC91-CFD75ED8D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2194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4940B41-EE60-454F-A3A8-397E87A5E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2099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2F3CB44-A09C-4D1D-BDA2-34FD796FE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2194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A8B7F6B-1454-4EDF-84CA-F5658FB3C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2099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3F9CC1F-A211-4022-9113-249C8F379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2194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A3EF000-8143-4D2E-9B57-F16972D84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195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A7C2048-7000-463A-9629-BF16CE125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290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7AF8872-64EE-43D8-9A70-5FC488962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8195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B947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2975F48F-4A85-4EC7-A1A3-1EFF71661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8290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026"/>
          </a:bodyPr>
          <a:lstStyle xmlns:a="http://schemas.openxmlformats.org/drawingml/2006/main">
            <a:def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読む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427FF3B9-5245-4BF4-BA26-AC43BE680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8195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B947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57D838A-01EB-47CF-B2BF-399C3431A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8290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026"/>
          </a:bodyPr>
          <a:lstStyle xmlns:a="http://schemas.openxmlformats.org/drawingml/2006/main">
            <a:def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読む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8EADBEDC-8AE7-4626-B506-EFD73F4B4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429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B947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4DCE1A93-5DC6-42CA-A1BF-B54C37D65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4386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026"/>
          </a:bodyPr>
          <a:lstStyle xmlns:a="http://schemas.openxmlformats.org/drawingml/2006/main">
            <a:def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読む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32D40403-7A98-4BA5-94DA-24B4D16A5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429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B947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B77F442D-CD0C-420D-B612-C1C54737C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4386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026"/>
          </a:bodyPr>
          <a:lstStyle xmlns:a="http://schemas.openxmlformats.org/drawingml/2006/main">
            <a:def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読む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3A850EB9-2BF9-4A73-B984-0211A004D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429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B947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66A7B66A-9889-49B9-8CAB-3E0972FB3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4386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026"/>
          </a:bodyPr>
          <a:lstStyle xmlns:a="http://schemas.openxmlformats.org/drawingml/2006/main">
            <a:def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読む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9AB7D4DC-28D6-4AD0-8AC7-012AD62DB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724525"/>
            <a:ext cx="78105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D"/>
          </a:solidFill>
          <a:ln xmlns:a="http://schemas.openxmlformats.org/drawingml/2006/main" w="0">
            <a:solidFill>
              <a:srgbClr val="23313D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C99438CE-34D7-4F15-8257-9DFC97335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74357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>
            <a:defPPr algn="ctr">
              <a:defRPr sz="105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舞台前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CF26DD9E-1D95-4E79-81A6-E51F9472E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>
            <a:defPPr algn="l">
              <a:defRPr sz="150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▼ 客席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04255E9A-6564-40C7-86A1-CBF070CC7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>
            <a:defPPr algn="r">
              <a:def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06889475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8049BFDA-A8EC-4F09-815E-52781293B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47750" y="-1000125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C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C6E23D-1E6F-4C35-A96E-05039396C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476875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ED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7B8486-5F32-4A24-818E-4A31CF7D4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>
            <a:defPPr algn="l">
              <a:defRPr sz="150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場面 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0F6486-748F-4C7F-BC7C-A9F848C7E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「鈴と、小鳥と、それから私、」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31373A-A8CC-4FD3-85E9-B2227554F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62075"/>
            <a:ext cx="11201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D"/>
          </a:solidFill>
          <a:ln xmlns:a="http://schemas.openxmlformats.org/drawingml/2006/main" w="0">
            <a:solidFill>
              <a:srgbClr val="2331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36D042-C990-4361-84B4-1B66599DD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857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A9C9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681C84-8D76-4250-90B5-9D1A68E52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4857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6F51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14E352-216B-4342-A467-93A2B1CCF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4857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B947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F24DC9-DD9C-4ACB-AD64-7DE778EE9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428625"/>
            <a:ext cx="876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3チーム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A3613E-BB99-435B-9B25-568DD49F3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171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5686"/>
          </a:bodyPr>
          <a:lstStyle xmlns:a="http://schemas.openxmlformats.org/drawingml/2006/main">
            <a:defPPr algn="l">
              <a:defRPr sz="127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読む人数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FCE3F3-92A2-4977-98E6-07E5C7AA5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76450"/>
            <a:ext cx="2286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569"/>
          </a:bodyPr>
          <a:lstStyle xmlns:a="http://schemas.openxmlformats.org/drawingml/2006/main">
            <a:defPPr algn="l">
              <a:defRPr sz="25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3人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58C5DC-8370-4138-97E9-BB7AF9390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14625"/>
            <a:ext cx="171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5686"/>
          </a:bodyPr>
          <a:lstStyle xmlns:a="http://schemas.openxmlformats.org/drawingml/2006/main">
            <a:defPPr algn="l">
              <a:defRPr sz="127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姿勢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2AD5EF-88AF-4C8D-9522-D49EB0D53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81325"/>
            <a:ext cx="2428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前に出て読む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4FBB40-4504-4D54-8D78-C83902C4C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62350"/>
            <a:ext cx="2524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3"/>
          </a:solidFill>
          <a:ln xmlns:a="http://schemas.openxmlformats.org/drawingml/2006/main" w="0">
            <a:solidFill>
              <a:srgbClr val="D8D1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31997D-B489-404A-A7AA-1228E81DB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004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6F51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7AEC4C-996F-465D-BA17-F50D08B0B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A9A468-23B8-4E92-8C5F-CC76E6442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714750"/>
            <a:ext cx="2076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各チームの代表1人が前へ出ます。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47CBA7-AA95-4409-82EE-9F6804FED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91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6F51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0B7F70-5103-479F-A8FB-FFF5B465D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005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FEE5BF-C0EE-4E10-9AB4-6B49BA545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505325"/>
            <a:ext cx="2076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3人でこの一節を読みます。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172629-D4EE-4427-987D-371B4840A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48300"/>
            <a:ext cx="2524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FB0"/>
          </a:solidFill>
          <a:ln xmlns:a="http://schemas.openxmlformats.org/drawingml/2006/main" w="0">
            <a:solidFill>
              <a:srgbClr val="C8BFB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CE141D-CE88-4841-964A-4B2708CAD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91175"/>
            <a:ext cx="2533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小鳥：＿＿＿＿　私：＿＿＿＿　鈴：＿＿＿＿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75CF92-36EA-4F79-A016-E37955D20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764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>
            <a:defPPr algn="l">
              <a:defRPr sz="13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舞台を上から見た配置図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9A9CDD-F5F7-4D91-8361-7EA30E1D7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6764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>
            <a:defPPr algn="r">
              <a:defRPr sz="13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r">
              <a:defRPr sz="13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下が客席です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9D160B-4E60-410C-8C92-7C74C8C96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90725"/>
            <a:ext cx="7810500" cy="4010025"/>
          </a:xfrm>
          <a:prstGeom xmlns:a="http://schemas.openxmlformats.org/drawingml/2006/main" prst="roundRect">
            <a:avLst>
              <a:gd name="adj" fmla="val 142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23313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43EB36-3B91-403D-BDDE-2C13C78EF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5740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>
            <a:defPPr algn="ctr">
              <a:defRPr sz="112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舞台奥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9B2487-33A9-41C3-B4A0-737915408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90800"/>
            <a:ext cx="2095500" cy="3095625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DCEC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1B00A05-7A05-43E1-8A6D-50181D412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714625"/>
            <a:ext cx="186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>
            <a:defPPr algn="ctr">
              <a:defRPr sz="1500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小鳥チーム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D5EF1C-193A-4498-ACE5-BD669B1E2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099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07F941C-5A2D-491B-9DC3-D6088CB8F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194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4F594E3-B660-4463-B297-B4DB2DBC0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2099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2B7B463-094A-4213-B0E4-07F2E1246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2194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4541CA0-4B62-4DAA-95F3-39A17265E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8195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8F5CA3F-90A0-47E6-BC4A-DE41902EF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8290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CD0F4B2-5B76-4AFB-A924-1CD0DAC66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8195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09E9E66-D250-4687-A827-413FBDD29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8290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8BDC8C8-8CE1-4D38-8AE6-368D76636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8195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FDE0350-1812-4F97-A9FD-79F825D68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8290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6295E14-FC18-4038-B3CC-399DEDC7B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429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B77BD51-6A17-4DA3-96D3-865FCC7CE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4386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DD3E4A8-DE07-4ACF-9EC8-956D66D1C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429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EB74ED4-DABD-4FE3-A9F3-E323B8A73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4386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D04FBD8-D9C3-4438-9C8C-606562445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429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62A0714-27DC-492C-9DC1-72FF644D8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4386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27BEB96-0097-42FC-BC72-8F14EF582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590800"/>
            <a:ext cx="2667000" cy="3095625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8DED6"/>
          </a:solidFill>
          <a:ln xmlns:a="http://schemas.openxmlformats.org/drawingml/2006/main" w="19050">
            <a:solidFill>
              <a:srgbClr val="E66F51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6F8BE99-6A78-4B35-B6C5-2F29A2473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714625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>
            <a:defPPr algn="ctr">
              <a:defRPr sz="1500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私チーム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BA78438-33CF-4CAA-9BF5-7FA9CC9B6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162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70B438E-6C92-443A-A774-E7F06C6F6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1718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B9D6533-74E7-409B-87C4-CB43A47AA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62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D45F96F-A0FB-4E78-ADB1-551AB35A4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718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AE689E5-0316-4CC6-B265-4F8795DB1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62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C579465-5046-4A09-9C0B-18447041C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718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43C943D-23A3-4B8E-8048-38E0095F9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29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1941BCD-7B4D-4E6B-8D49-1F86F3B43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3857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80B0A5C-0871-4460-832B-A2150EC1E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829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FED1D77-20EE-4192-A1EE-35CC111FD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83857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9EF3826-0AB4-4798-978A-A94923582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29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042DBAD-9A4B-486F-B625-80AF0320A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3857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290CA55-1D65-4EE8-8884-E7121E552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95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DF4CA02-9AD1-4677-B7F1-25BA23527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053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45DBE02-514C-47B4-B9C7-3CF5015C1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495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86FF933-B621-40CE-8D82-3A76FE56D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5053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B63489C-1895-428D-8651-A23CB6D91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495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3B6F6D9-0F45-4760-A77F-91092E147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5053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76BF22C-020C-4CE2-AC6F-00E3E23B3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590800"/>
            <a:ext cx="2095500" cy="3095625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8ED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DD46C42-35CA-4303-BCCA-9519FDDAA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714625"/>
            <a:ext cx="186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>
            <a:defPPr algn="ctr">
              <a:defRPr sz="1500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鈴チーム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8857D25-43AC-4D4E-A646-264992700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2099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B0FAC74-5A62-4EDB-AA45-B6B1ACEE9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2194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830C3BF-154D-403B-B12D-796D26BD2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2099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75DADB9-E4A0-447F-B5E0-BACD15C5A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2194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1BCF9AA-FDC0-4EB7-9B18-ECCF1685B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195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B12C947-91C3-4933-8429-9907A7CF4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290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1BE146A-A18D-440D-AAEB-5254F0E06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8195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D3A8A5C-2748-4828-BE99-1FF52AD40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8290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90F3829-35BB-410E-A64A-DB3AE456C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8195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1F731B6-937A-4CB4-BD96-529449EAC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8290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A93A8F4-220D-4E4A-A84B-3DCFAC2C3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429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0EA3B99-4E74-4F6F-8D56-4193E870E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4386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40CDD27E-C298-47CE-B8A5-2CDA414C1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429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35BE65DF-C275-4CA8-81FC-B3B58AF83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4386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1C09A49B-DFB8-4DBB-8642-A69DF9CCB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429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CA024994-E162-40D1-98A5-1163A08FE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4386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4549B645-47F8-4413-ADEE-14B37978B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1816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A9C9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4F0C4087-1B48-43CC-91E7-7B49ED144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191125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>
            <a:defPPr algn="ctr">
              <a:defRPr sz="90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0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代表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0F0861D5-93CC-490D-9F10-F7D13032D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1816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6F51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571AFFEB-D97C-4CBD-BF24-260DB4A28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1911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0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0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代表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F8A1F098-D5AD-4739-BFD2-EA7674773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1816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B947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7C178CCF-9CAB-4DBF-B1C0-91B437F26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191125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>
            <a:defPPr algn="ctr">
              <a:defRPr sz="90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0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代表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A4118A0B-F44C-4C21-B398-A13E74B96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724525"/>
            <a:ext cx="78105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D"/>
          </a:solidFill>
          <a:ln xmlns:a="http://schemas.openxmlformats.org/drawingml/2006/main" w="0">
            <a:solidFill>
              <a:srgbClr val="23313D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B6B856AC-A0E3-47D6-A357-A83DB96EC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74357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>
            <a:defPPr algn="ctr">
              <a:defRPr sz="105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舞台前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C89012A7-725B-4A0E-BCA0-5F9139E69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>
            <a:defPPr algn="l">
              <a:defRPr sz="150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▼ 客席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ED039779-5CD0-47B6-A975-F0FC9325F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>
            <a:defPPr algn="r">
              <a:def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64371923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7966A689-2B14-4EC3-9B67-118CBBC8E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47750" y="-1000125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C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DEAC41-60C7-42E1-A876-6001A27CC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476875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ED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1C3122-7DBE-4CB8-B4AE-C1AB6A0A3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>
            <a:defPPr algn="l">
              <a:defRPr sz="150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場面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45FF6E-0EFE-45F3-A2FC-A564D9790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「みんなちがって、みんないい。」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A38385-67E0-4F54-9D0A-D153618FC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62075"/>
            <a:ext cx="11201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D"/>
          </a:solidFill>
          <a:ln xmlns:a="http://schemas.openxmlformats.org/drawingml/2006/main" w="0">
            <a:solidFill>
              <a:srgbClr val="2331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8EA994-9CC2-4588-9D2A-EC18126D8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857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A9C9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026D82-3B30-4CF2-A54E-EF055C32C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4857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6F51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9F0246-E62E-4BC4-BA18-CFA7DED99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4857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B947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FDB821-769E-446D-9808-D9D4B7E8F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428625"/>
            <a:ext cx="876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3組全員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9AD0DE-289A-410A-971A-6C3A3891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171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5686"/>
          </a:bodyPr>
          <a:lstStyle xmlns:a="http://schemas.openxmlformats.org/drawingml/2006/main">
            <a:defPPr algn="l">
              <a:defRPr sz="127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読む人数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2D05D5-8441-420D-9269-601142C91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76450"/>
            <a:ext cx="2286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569"/>
          </a:bodyPr>
          <a:lstStyle xmlns:a="http://schemas.openxmlformats.org/drawingml/2006/main">
            <a:defPPr algn="l">
              <a:defRPr sz="25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28人全員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A04F98-A0F1-4AE5-AB6F-6AC55B3A6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14625"/>
            <a:ext cx="171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5686"/>
          </a:bodyPr>
          <a:lstStyle xmlns:a="http://schemas.openxmlformats.org/drawingml/2006/main">
            <a:defPPr algn="l">
              <a:defRPr sz="127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姿勢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69E1E1-A94A-412A-A98F-7685FB161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81325"/>
            <a:ext cx="2428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立って読む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FFC71C-9A5E-4515-9DF1-DE3284F3F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62350"/>
            <a:ext cx="2524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3"/>
          </a:solidFill>
          <a:ln xmlns:a="http://schemas.openxmlformats.org/drawingml/2006/main" w="0">
            <a:solidFill>
              <a:srgbClr val="D8D1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C55906-E789-48D6-A3A8-B4AC59B52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004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6F51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1073A8-F0CB-45DF-8434-DDC108D5D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DE7B2C-8AC2-4BD2-9691-11F72BDCF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714750"/>
            <a:ext cx="2076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3チーム全員が立ちます。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083EA9-0C4E-4E54-8AC6-0308771A5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91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6F51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1C6CC0-6827-436B-8ABF-179AA8D0B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005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80E789-D4A0-4754-87CB-431B21C8E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505325"/>
            <a:ext cx="2076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呼吸を合わせて、声をそろえて読みます。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53D303-0556-49AB-83C3-37F2037C4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48300"/>
            <a:ext cx="2524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FB0"/>
          </a:solidFill>
          <a:ln xmlns:a="http://schemas.openxmlformats.org/drawingml/2006/main" w="0">
            <a:solidFill>
              <a:srgbClr val="C8BFB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45579E-7A9A-46D2-AAA5-0025EFA21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91175"/>
            <a:ext cx="2533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担当：3組全員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1C6F7A-B59D-4416-9488-5B036AB8D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764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>
            <a:defPPr algn="l">
              <a:defRPr sz="13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舞台を上から見た配置図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4B8F4F-4E0E-4535-9CD0-DB197CC40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6764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>
            <a:defPPr algn="r">
              <a:defRPr sz="13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r">
              <a:defRPr sz="13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下が客席です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0F1341-506E-4DFF-B585-9ED475968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90725"/>
            <a:ext cx="7810500" cy="4010025"/>
          </a:xfrm>
          <a:prstGeom xmlns:a="http://schemas.openxmlformats.org/drawingml/2006/main" prst="roundRect">
            <a:avLst>
              <a:gd name="adj" fmla="val 142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23313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DE3555-0FE8-41FA-ADD6-7797EB747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5740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>
            <a:defPPr algn="ctr">
              <a:defRPr sz="112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舞台奥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63717F-66C2-4077-872B-885C990C2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90800"/>
            <a:ext cx="2095500" cy="3095625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DCEC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9D366FE-EC0D-4904-9DB1-C717EC815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714625"/>
            <a:ext cx="186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>
            <a:defPPr algn="ctr">
              <a:defRPr sz="1500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小鳥チーム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F3727CE-CE7A-4B37-9B34-3D3F452DE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2099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A9C9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6024771-954B-4331-AED1-8CB88DF1A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2194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026"/>
          </a:bodyPr>
          <a:lstStyle xmlns:a="http://schemas.openxmlformats.org/drawingml/2006/main">
            <a:def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読む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F5E48CF-D62D-4EDD-969D-CF78A4DF8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038475"/>
            <a:ext cx="247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>
            <a:defPPr algn="ctr">
              <a:defRPr sz="82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立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8FB6DB3-875E-4EE2-ADC8-AAB44EFC7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099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A9C9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06229C2-CDB4-43BD-A074-D9F931906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194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026"/>
          </a:bodyPr>
          <a:lstStyle xmlns:a="http://schemas.openxmlformats.org/drawingml/2006/main">
            <a:def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読む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A283241-3081-4D1E-9A16-42ACFA416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038475"/>
            <a:ext cx="247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>
            <a:defPPr algn="ctr">
              <a:defRPr sz="82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立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36BA59A-2CB0-456C-B3CA-293C0C9EB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2099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A9C9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DC4F24C-5E1A-444E-9CCF-EF701447B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2194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026"/>
          </a:bodyPr>
          <a:lstStyle xmlns:a="http://schemas.openxmlformats.org/drawingml/2006/main">
            <a:def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読む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41E9A95-D37F-4602-9765-62A4BC081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3038475"/>
            <a:ext cx="247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>
            <a:defPPr algn="ctr">
              <a:defRPr sz="82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立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5735DCC-3B78-49F5-9D00-1DBB1B160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8195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A9C9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0A5F0EA-8691-4F32-A01F-8B711A443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8290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026"/>
          </a:bodyPr>
          <a:lstStyle xmlns:a="http://schemas.openxmlformats.org/drawingml/2006/main">
            <a:def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読む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6A641BA-9675-4D1F-9DE1-2EACDC6C1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648075"/>
            <a:ext cx="247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>
            <a:defPPr algn="ctr">
              <a:defRPr sz="82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立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4D54754-1EB7-4EEF-A732-AACF2F983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8195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A9C9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6686C06-440D-4560-8123-72A5588A6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8290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026"/>
          </a:bodyPr>
          <a:lstStyle xmlns:a="http://schemas.openxmlformats.org/drawingml/2006/main">
            <a:def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読む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7FA51F9-282B-4210-97D3-5AF0086BF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648075"/>
            <a:ext cx="247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>
            <a:defPPr algn="ctr">
              <a:defRPr sz="82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立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C3DC540-5E15-4EE9-B714-86DC1BB8C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8195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A9C9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0ED9B2D-9F86-4883-B921-0285C6E9A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8290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026"/>
          </a:bodyPr>
          <a:lstStyle xmlns:a="http://schemas.openxmlformats.org/drawingml/2006/main">
            <a:def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読む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E7D10C4-231D-477F-97BE-FD64E3227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3648075"/>
            <a:ext cx="247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>
            <a:defPPr algn="ctr">
              <a:defRPr sz="82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立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AD2C412-3D28-4C6B-A165-9840B768E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429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A9C9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EEA986E-1DBC-4130-BD6C-326326B51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4386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026"/>
          </a:bodyPr>
          <a:lstStyle xmlns:a="http://schemas.openxmlformats.org/drawingml/2006/main">
            <a:def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読む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C15D58A-9811-4C86-9A23-F38D1906A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257675"/>
            <a:ext cx="247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>
            <a:defPPr algn="ctr">
              <a:defRPr sz="82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立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1AE3981-D983-4207-A119-00CB6ABF6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429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A9C9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11F6EDB-5E74-4321-B6CE-F4802628C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4386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026"/>
          </a:bodyPr>
          <a:lstStyle xmlns:a="http://schemas.openxmlformats.org/drawingml/2006/main">
            <a:def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読む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1CFC8C1-D4CB-434B-963D-AC332EC01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57675"/>
            <a:ext cx="247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>
            <a:defPPr algn="ctr">
              <a:defRPr sz="82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立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AA51677-6215-4BB8-9273-BD33F8580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429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A9C9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1A5BB7F-25BD-45F9-BB73-4145A21CB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4386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026"/>
          </a:bodyPr>
          <a:lstStyle xmlns:a="http://schemas.openxmlformats.org/drawingml/2006/main">
            <a:def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読む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D5257D4-0B56-48C5-B13C-EC0260B29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4257675"/>
            <a:ext cx="247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>
            <a:defPPr algn="ctr">
              <a:defRPr sz="82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立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0084418-85E1-4BE8-9B3A-A9D819F76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590800"/>
            <a:ext cx="2667000" cy="3095625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8DED6"/>
          </a:solidFill>
          <a:ln xmlns:a="http://schemas.openxmlformats.org/drawingml/2006/main" w="19050">
            <a:solidFill>
              <a:srgbClr val="E66F51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859BE99-F687-4980-BFC0-4A61BB592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714625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>
            <a:defPPr algn="ctr">
              <a:defRPr sz="1500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私チーム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2475DCF-7AD8-43F5-A62C-952090159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62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6F51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9201D2F-6E6A-4804-AE22-B0BF365FE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718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436"/>
          </a:bodyPr>
          <a:lstStyle xmlns:a="http://schemas.openxmlformats.org/drawingml/2006/main">
            <a:def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読む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5BFD76C-121D-4B50-9CC4-98E0CC751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990850"/>
            <a:ext cx="266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>
            <a:defPPr algn="ctr">
              <a:defRPr sz="8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立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AD15D3A-956F-4229-9A5F-4BA7D7292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162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6F51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B3643FD-94D8-4003-8268-6E59E9EEC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1718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436"/>
          </a:bodyPr>
          <a:lstStyle xmlns:a="http://schemas.openxmlformats.org/drawingml/2006/main">
            <a:def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読む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4E2A2F0-FB86-42B0-B4E2-7A4C4D21F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990850"/>
            <a:ext cx="266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>
            <a:defPPr algn="ctr">
              <a:defRPr sz="8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立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EE0C3A8-EF2E-408C-9059-FC303CCDF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62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6F51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671415B-1959-483A-B4D2-31F5E3018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718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436"/>
          </a:bodyPr>
          <a:lstStyle xmlns:a="http://schemas.openxmlformats.org/drawingml/2006/main">
            <a:def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読む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B5B3FE3-D11E-4BF2-BCDB-FC282FD52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2990850"/>
            <a:ext cx="266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>
            <a:defPPr algn="ctr">
              <a:defRPr sz="8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立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3B5EB3F-138F-45BB-A813-1D1FB4500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62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6F51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A61A643-EA58-4E13-980C-2C18B16CF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718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436"/>
          </a:bodyPr>
          <a:lstStyle xmlns:a="http://schemas.openxmlformats.org/drawingml/2006/main">
            <a:def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読む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8C41E4B-3581-4A2F-8AF5-D1BDF0F0A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2990850"/>
            <a:ext cx="266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>
            <a:defPPr algn="ctr">
              <a:defRPr sz="8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立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2C6E6FD-4DBC-4DBD-A75C-06C2DCB61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29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6F51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0753E2D-7704-4A74-A6C1-DB8754A3F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3857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436"/>
          </a:bodyPr>
          <a:lstStyle xmlns:a="http://schemas.openxmlformats.org/drawingml/2006/main">
            <a:def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読む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67356C1-FB14-4C8B-AD0A-AC7D801FF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657600"/>
            <a:ext cx="266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>
            <a:defPPr algn="ctr">
              <a:defRPr sz="8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立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24E66B9-7576-46A9-92B8-C51B81F73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829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6F51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A602B78-7B1F-42FA-8420-18C45E5C8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83857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436"/>
          </a:bodyPr>
          <a:lstStyle xmlns:a="http://schemas.openxmlformats.org/drawingml/2006/main">
            <a:def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読む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3AC24CC-98F0-41AF-8371-F53C0F525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657600"/>
            <a:ext cx="266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>
            <a:defPPr algn="ctr">
              <a:defRPr sz="8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立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A77AA7D-7D3D-4926-9CFE-EA3F465F3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29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6F51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0E2D9A2-7E02-4C89-AA2F-8A47D28BB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3857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436"/>
          </a:bodyPr>
          <a:lstStyle xmlns:a="http://schemas.openxmlformats.org/drawingml/2006/main">
            <a:def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読む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90845A63-5495-43E6-B0E9-1E59C17E9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657600"/>
            <a:ext cx="266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>
            <a:defPPr algn="ctr">
              <a:defRPr sz="8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立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4426D12-A992-46F5-AF20-151ADF991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95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6F51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3324CB3-072D-4E14-AAE9-A7FC2CDC9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053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436"/>
          </a:bodyPr>
          <a:lstStyle xmlns:a="http://schemas.openxmlformats.org/drawingml/2006/main">
            <a:def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読む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6CF6A9AD-A177-4B48-8A91-52F30656A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324350"/>
            <a:ext cx="266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>
            <a:defPPr algn="ctr">
              <a:defRPr sz="8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立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FD63423-AA0D-4FAD-BCFA-ABB1B4E77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495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6F51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51379867-0C02-4F3D-90EF-980C71B87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5053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436"/>
          </a:bodyPr>
          <a:lstStyle xmlns:a="http://schemas.openxmlformats.org/drawingml/2006/main">
            <a:def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読む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59DFE86B-340E-4782-BC43-6D6F9DF5A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324350"/>
            <a:ext cx="266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>
            <a:defPPr algn="ctr">
              <a:defRPr sz="8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立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2FD87D93-ED97-4E67-8AA6-F31595B64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495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6F51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9B91BA13-64F0-48CB-8166-E6A077811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5053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436"/>
          </a:bodyPr>
          <a:lstStyle xmlns:a="http://schemas.openxmlformats.org/drawingml/2006/main">
            <a:def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読む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B3016D2E-EABE-444E-AE50-33FCFD230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324350"/>
            <a:ext cx="266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>
            <a:defPPr algn="ctr">
              <a:defRPr sz="8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立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E4023046-0A13-44CB-AA1E-2B10677F5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590800"/>
            <a:ext cx="2095500" cy="3095625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8ED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856BECA7-C1CC-4DFD-962C-6AB8E7D86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714625"/>
            <a:ext cx="186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>
            <a:defPPr algn="ctr">
              <a:defRPr sz="1500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鈴チーム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5E6619A6-ABE2-4B73-BA29-0F54DE6D5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2099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B947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04BD87E5-5C00-4642-AEA7-873AC1C5D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2194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026"/>
          </a:bodyPr>
          <a:lstStyle xmlns:a="http://schemas.openxmlformats.org/drawingml/2006/main">
            <a:def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読む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C0D1309D-6B48-448F-9C93-6C9FC54E0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038475"/>
            <a:ext cx="247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>
            <a:defPPr algn="ctr">
              <a:defRPr sz="82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立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48E60E32-ED57-4B3F-AE1E-9D2A7C412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2099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B947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F80451E8-AFA4-42B5-9DB7-5D8587BA1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2194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026"/>
          </a:bodyPr>
          <a:lstStyle xmlns:a="http://schemas.openxmlformats.org/drawingml/2006/main">
            <a:def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読む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1959E178-8065-497A-AC21-8B9048408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3038475"/>
            <a:ext cx="247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>
            <a:defPPr algn="ctr">
              <a:defRPr sz="82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立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F3138DC6-D48B-426D-A8DF-18A65FDF4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2099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B947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C67EF10E-F381-4E7A-8699-DFF8D064D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2194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026"/>
          </a:bodyPr>
          <a:lstStyle xmlns:a="http://schemas.openxmlformats.org/drawingml/2006/main">
            <a:def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読む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AEAC1C3F-D11C-4A5C-867D-4469736C5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038475"/>
            <a:ext cx="247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>
            <a:defPPr algn="ctr">
              <a:defRPr sz="82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立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068767AC-2D72-444A-B72F-488B4DAB4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195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B947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BA0917C7-E436-47AA-8BAC-0FA05A8B9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290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026"/>
          </a:bodyPr>
          <a:lstStyle xmlns:a="http://schemas.openxmlformats.org/drawingml/2006/main">
            <a:def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読む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C9A064FD-C9B9-4958-A934-62346E805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648075"/>
            <a:ext cx="247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>
            <a:defPPr algn="ctr">
              <a:defRPr sz="82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立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06573A3F-001D-45A4-ACD3-87540B323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8195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B947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9E8D0B5A-BC21-4009-B13A-231D5DF0D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8290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026"/>
          </a:bodyPr>
          <a:lstStyle xmlns:a="http://schemas.openxmlformats.org/drawingml/2006/main">
            <a:def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読む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B2AC3B8D-057D-4153-B63D-10E49167E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3648075"/>
            <a:ext cx="247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>
            <a:defPPr algn="ctr">
              <a:defRPr sz="82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立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3E675A32-292B-4337-B69B-3FE033E30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8195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B947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2D0B3950-B7E7-4D5C-9031-7EEFC285A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8290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026"/>
          </a:bodyPr>
          <a:lstStyle xmlns:a="http://schemas.openxmlformats.org/drawingml/2006/main">
            <a:def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読む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12799791-EF94-4F50-B88C-EC8CB1EE7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648075"/>
            <a:ext cx="247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>
            <a:defPPr algn="ctr">
              <a:defRPr sz="82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立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13787352-A209-41F6-A185-483FFF0AC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429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B947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AC2FA423-F8CD-439B-94D1-688E83637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4386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026"/>
          </a:bodyPr>
          <a:lstStyle xmlns:a="http://schemas.openxmlformats.org/drawingml/2006/main">
            <a:def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読む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5C89B4B9-DA44-48D2-9AA7-FA7615BBD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4257675"/>
            <a:ext cx="247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>
            <a:defPPr algn="ctr">
              <a:defRPr sz="82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立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5AD4463C-9725-466A-91EC-73BD7551E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429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B947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3E16B5FE-2190-4F98-8662-32823B56C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4386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026"/>
          </a:bodyPr>
          <a:lstStyle xmlns:a="http://schemas.openxmlformats.org/drawingml/2006/main">
            <a:def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読む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AD83F135-255A-41A5-BA4A-C3163F135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4257675"/>
            <a:ext cx="247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>
            <a:defPPr algn="ctr">
              <a:defRPr sz="82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立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588CC89B-8158-4D44-A033-429CC4EB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429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B947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790D068C-D1D2-4796-B4FD-D93ABE683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4386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026"/>
          </a:bodyPr>
          <a:lstStyle xmlns:a="http://schemas.openxmlformats.org/drawingml/2006/main">
            <a:def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読む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67780584-755B-45FD-BDF3-B26BB1F9D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257675"/>
            <a:ext cx="247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>
            <a:defPPr algn="ctr">
              <a:defRPr sz="82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立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A810D849-317C-496C-A564-07CDB09C5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724525"/>
            <a:ext cx="78105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D"/>
          </a:solidFill>
          <a:ln xmlns:a="http://schemas.openxmlformats.org/drawingml/2006/main" w="0">
            <a:solidFill>
              <a:srgbClr val="23313D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118D8491-020F-4BD6-BF9A-B7B55B3BD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74357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>
            <a:defPPr algn="ctr">
              <a:defRPr sz="105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舞台前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6CC3BF2E-7529-4F3A-A84C-C71F2EC11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>
            <a:defPPr algn="l">
              <a:defRPr sz="150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▼ 客席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A3C88C4A-F601-4402-9A1B-1E28093D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>
            <a:defPPr algn="r">
              <a:def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04576812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87A937D-A897-4EB1-B4E4-814113B89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47750" y="-1000125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C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BCBE87-DA85-4D3E-9B41-B606AA555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476875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ED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59E66D-E9C6-4DEC-A2C8-BBF207516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>
            <a:defPPr algn="l">
              <a:defRPr sz="150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10場面の流れ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71CE87-7270-418E-91B6-F703835C9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自分が読む場面と、前後の動きを確認します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12F266-9DD5-482D-B3FF-ED6CC0341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62075"/>
            <a:ext cx="11201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D"/>
          </a:solidFill>
          <a:ln xmlns:a="http://schemas.openxmlformats.org/drawingml/2006/main" w="0">
            <a:solidFill>
              <a:srgbClr val="2331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B01B02-7A96-46D7-83C3-61B047FD0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28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6F51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3DEA8A-E86C-4A8A-814A-DA0D34051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383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F94C01-BA92-40FA-A5D6-017CBF5A7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907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>
            <a:defPPr algn="l">
              <a:defRPr sz="157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私が両手をひろげても、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A34211-EAD2-4513-BFCE-077557E44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336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1人・立って読む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12531C-9DF2-412F-81D1-852B34AEC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933575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E66F5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E66F51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E66F51"/>
                </a:solidFill>
                <a:latin typeface="Hiragino Sans"/>
                <a:ea typeface="Hiragino Sans"/>
                <a:cs typeface="Hiragino Sans"/>
              </a:rPr>
              <a:t>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F0CCB0-3D0D-486E-A608-F1232B2E7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955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A9C9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4BBB7E-594E-4E1C-A15F-FC1A9A612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051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E56396-593B-4ECC-83BD-2E24A50A5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57475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>
            <a:defPPr algn="l">
              <a:defRPr sz="157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お空はちっとも飛べないが、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3338AB-CE65-42CA-8977-3A992FF64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0037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3人・座って読む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D65F64-B148-42D2-B93E-8D56ADCFF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8003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68A9C9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68A9C9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68A9C9"/>
                </a:solidFill>
                <a:latin typeface="Hiragino Sans"/>
                <a:ea typeface="Hiragino Sans"/>
                <a:cs typeface="Hiragino Sans"/>
              </a:rPr>
              <a:t>小鳥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869AFC-ADE7-483D-A7F5-DE9288AA2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62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6F51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068EA9-4E8C-44D9-A28C-BAD4E16F7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7187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05A416-D91C-421F-AB9B-45BAF80BD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242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>
            <a:defPPr algn="l">
              <a:defRPr sz="157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飛べる小鳥は私のように、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8C951D-869D-4222-ACB0-26F2CB423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8671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5人・立って読む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630682-8F6D-4C40-B856-B7A000894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667125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E66F5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E66F51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E66F51"/>
                </a:solidFill>
                <a:latin typeface="Hiragino Sans"/>
                <a:ea typeface="Hiragino Sans"/>
                <a:cs typeface="Hiragino Sans"/>
              </a:rPr>
              <a:t>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042C12-EEA3-4498-AD02-559DE7A90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291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A9C9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EEC9D9-25E6-4F1A-B671-DC6D317ED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3865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B56A9D-1F38-4FA2-B534-469F4B0EA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91025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>
            <a:defPPr algn="l">
              <a:defRPr sz="157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地面を速くは走れない。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8B63CD-0A43-44AC-97ED-4212059A5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73392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6人・座って読む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47A52F-4954-4046-BC4B-31A89F89C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5339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68A9C9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68A9C9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68A9C9"/>
                </a:solidFill>
                <a:latin typeface="Hiragino Sans"/>
                <a:ea typeface="Hiragino Sans"/>
                <a:cs typeface="Hiragino Sans"/>
              </a:rPr>
              <a:t>小鳥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456F37-EDDC-4D4F-AE65-02B381F78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959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6F51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230AFE-2301-4DFA-BE20-27CABCF62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054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32DA60-B7BA-4628-A5D7-001354E98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2578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>
            <a:defPPr algn="l">
              <a:defRPr sz="157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私がからだをゆすっても、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956025-3301-4D0C-B042-92B65D2A7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6007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4人・立って読む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3751E7C-253D-4E0C-BEC8-A35B2D695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400675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E66F5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E66F51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E66F51"/>
                </a:solidFill>
                <a:latin typeface="Hiragino Sans"/>
                <a:ea typeface="Hiragino Sans"/>
                <a:cs typeface="Hiragino Sans"/>
              </a:rPr>
              <a:t>私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47F7007-BD3F-42A1-B1CB-DEF4147E5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28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B947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6DC3925-51E0-43B0-B4AB-F94236EA4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383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7F2E917-55CA-44B7-9932-B5C5BA7C3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907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>
            <a:defPPr algn="l">
              <a:defRPr sz="157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きれいな音は出ないけど、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E0D5A74-5411-4D66-8F22-9CE317356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1336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1人・立って読む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42754E1-22AF-4534-9546-A3DD75A26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1933575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E6B94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E6B94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E6B947"/>
                </a:solidFill>
                <a:latin typeface="Hiragino Sans"/>
                <a:ea typeface="Hiragino Sans"/>
                <a:cs typeface="Hiragino Sans"/>
              </a:rPr>
              <a:t>鈴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662BA35-2D66-4F9F-BD8B-6E7D42BDA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955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B947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8C80E40-A623-44F9-AC86-805835939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7051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7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E7860C0-669C-46B7-A8ED-5960C9B92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57475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>
            <a:defPPr algn="l">
              <a:defRPr sz="157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あの鳴る鈴は私のように、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39DD488-6EF7-431A-BB96-36A033E4A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0037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3人・立って読む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DDC8137-70AE-4D37-9A27-CD14A7E0B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8003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E6B94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E6B94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E6B947"/>
                </a:solidFill>
                <a:latin typeface="Hiragino Sans"/>
                <a:ea typeface="Hiragino Sans"/>
                <a:cs typeface="Hiragino Sans"/>
              </a:rPr>
              <a:t>鈴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0EFD4DF-A5C3-42CF-820E-0580ACC40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562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B947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18EF86E-38A0-4BB7-9ECD-9BDB03BE1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57187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8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9D151C4-2B10-44D6-8CBD-247FE1828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242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>
            <a:defPPr algn="l">
              <a:defRPr sz="157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たくさんな唄は知らないよ。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0AE7593-4ECD-426C-BC97-668B13B64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671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5人・座って読む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74ECD60-D796-4CC1-AA08-375471878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667125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E6B94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E6B94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E6B947"/>
                </a:solidFill>
                <a:latin typeface="Hiragino Sans"/>
                <a:ea typeface="Hiragino Sans"/>
                <a:cs typeface="Hiragino Sans"/>
              </a:rPr>
              <a:t>鈴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4F43A01-0832-4BAD-AE52-4B27D6FB5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4291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6F51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073D8D3-074B-41CF-8D1F-6974D28E8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43865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9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5A40CCE-9AF0-444F-ACB9-C8A1782E5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391025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>
            <a:defPPr algn="l">
              <a:defRPr sz="157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鈴と、小鳥と、それから私、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279141C-1910-41E2-963B-3EA84C736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73392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3人・前に出て読む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49544F4-5AB2-4F32-B693-C87E0F504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5339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E66F5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E66F51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E66F51"/>
                </a:solidFill>
                <a:latin typeface="Hiragino Sans"/>
                <a:ea typeface="Hiragino Sans"/>
                <a:cs typeface="Hiragino Sans"/>
              </a:rPr>
              <a:t>3チーム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74E172E-E09B-4573-9789-B9812E9E6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2959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6F51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3D39FCC-8502-4534-8A72-AB2A1C069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3054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10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97C873F-10CA-47FA-A45E-EEAE93AD0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2578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>
            <a:defPPr algn="l">
              <a:defRPr sz="157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みんなちがって、みんないい。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4EA005F-7FE3-44FB-8771-5645BB677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6007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28人全員・立って読む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216C49E-1DEC-41E8-825E-2AB41F32C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400675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E66F5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E66F51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E66F51"/>
                </a:solidFill>
                <a:latin typeface="Hiragino Sans"/>
                <a:ea typeface="Hiragino Sans"/>
                <a:cs typeface="Hiragino Sans"/>
              </a:rPr>
              <a:t>全員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7DF8A5E-B1D7-434C-880D-0C489B529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>
            <a:defPPr algn="l">
              <a:defRPr sz="150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▼ 客席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F1F1963-4655-4F9E-8981-F131D532A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>
            <a:defPPr algn="r">
              <a:def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563910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C7A8EA0-92EA-4890-9699-EC11CF1D8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47750" y="-1000125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C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1DC4E9-2299-404E-AE5A-43953C93B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476875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ED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C45D16-D241-4D4A-97E9-52641F89B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>
            <a:defPPr algn="l">
              <a:defRPr sz="150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練習で確認すること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1FCF63-869B-4BCD-80AB-02405C175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声と動きをそろえるためのチェック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E554DD-46E6-45CD-8EFB-CAC55745D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62075"/>
            <a:ext cx="11201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D"/>
          </a:solidFill>
          <a:ln xmlns:a="http://schemas.openxmlformats.org/drawingml/2006/main" w="0">
            <a:solidFill>
              <a:srgbClr val="2331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8D6954-8899-4936-83E3-281F0D8AD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A9C9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173816-9614-4726-BA50-6C9CFC7A3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1927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5D4C55-0746-4E0F-B116-90400D339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790700"/>
            <a:ext cx="2571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4783"/>
          </a:bodyPr>
          <a:lstStyle xmlns:a="http://schemas.openxmlformats.org/drawingml/2006/main">
            <a:defPPr algn="l">
              <a:defRPr sz="172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自分の場面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60B686-3400-4945-8B01-C4EAEA57B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79070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読む場面と、待つ場面を確認する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42D85F-C837-404D-B7F1-22AA725AB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371725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3"/>
          </a:solidFill>
          <a:ln xmlns:a="http://schemas.openxmlformats.org/drawingml/2006/main" w="0">
            <a:solidFill>
              <a:srgbClr val="D8D1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0FF4D6-5A7D-4215-9F80-A8B3A5EE2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6F51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876C6C-2C37-49CA-8DD5-E529940BB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38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61AE31-12FC-4828-B64B-CF84079E3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609850"/>
            <a:ext cx="2571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4783"/>
          </a:bodyPr>
          <a:lstStyle xmlns:a="http://schemas.openxmlformats.org/drawingml/2006/main">
            <a:defPPr algn="l">
              <a:defRPr sz="172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立つタイミング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E7618C-B923-4FDF-AC38-F8A9DE83A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60985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前の一節が終わってから静かに動く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710684-C970-4E96-A93F-1EB5680D9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190875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3"/>
          </a:solidFill>
          <a:ln xmlns:a="http://schemas.openxmlformats.org/drawingml/2006/main" w="0">
            <a:solidFill>
              <a:srgbClr val="D8D1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295F56-D043-4FC9-A422-5E2BBFE13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480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B947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D446D0-3C55-4BF7-9FDB-EEDAC70E9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5757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4A363A-10B6-459F-ABA5-2E3543857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429000"/>
            <a:ext cx="2571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4783"/>
          </a:bodyPr>
          <a:lstStyle xmlns:a="http://schemas.openxmlformats.org/drawingml/2006/main">
            <a:defPPr algn="l">
              <a:defRPr sz="172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客席の方向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5C52C0-2FB1-4081-AC82-D78CE11CB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42900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体と声を客席へ向ける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CF4B3C-2263-4F84-BD31-3DF569142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010025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3"/>
          </a:solidFill>
          <a:ln xmlns:a="http://schemas.openxmlformats.org/drawingml/2006/main" w="0">
            <a:solidFill>
              <a:srgbClr val="D8D1C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79643D-6F31-4410-B229-136B6F158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672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A9C9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8E25FC-4F5B-4007-B6DD-20B924346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767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11CE85-2171-428C-A72C-561F01971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248150"/>
            <a:ext cx="2571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4783"/>
          </a:bodyPr>
          <a:lstStyle xmlns:a="http://schemas.openxmlformats.org/drawingml/2006/main">
            <a:defPPr algn="l">
              <a:defRPr sz="172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動作の大きさ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07FB20-D15D-4C15-81E5-A2DE36550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24815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詩が伝わる大きさで、急がず動く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1C9FA7-756F-4BE1-AF08-706D354A1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829175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3"/>
          </a:solidFill>
          <a:ln xmlns:a="http://schemas.openxmlformats.org/drawingml/2006/main" w="0">
            <a:solidFill>
              <a:srgbClr val="D8D1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907A00-327E-4BDC-803C-3BED99D83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863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6F51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2D3FCD-209C-4348-B807-CCE4D27E0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9587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D314076-6966-4087-B302-D60622757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067300"/>
            <a:ext cx="2571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4783"/>
          </a:bodyPr>
          <a:lstStyle xmlns:a="http://schemas.openxmlformats.org/drawingml/2006/main">
            <a:defPPr algn="l">
              <a:defRPr sz="172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最後の一節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48431E-17F7-42C9-A382-507F46D71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06730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28人で呼吸を合わせて読む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24A8A98-4EA9-4649-8649-13A33BC5F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000750"/>
            <a:ext cx="93345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3313D"/>
          </a:solidFill>
          <a:ln xmlns:a="http://schemas.openxmlformats.org/drawingml/2006/main" w="0">
            <a:solidFill>
              <a:srgbClr val="23313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C7DDC05-61FC-4BBD-BE39-2EACE936F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067425"/>
            <a:ext cx="876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分からない動きは、その場で止めて確認します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0A2503B-5828-4FB8-B114-2197C53F7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>
            <a:defPPr algn="l">
              <a:defRPr sz="150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▼ 客席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59BA3C2-46C6-438E-AF9B-8246C705F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>
            <a:defPPr algn="r">
              <a:def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584787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2026-10-09T10:39:57.5670000Z</dcterms:created>
  <dcterms:modified xsi:type="dcterms:W3CDTF">2026-10-09T10:39:57.5670000Z</dcterms:modified>
</coreProperties>
</file>