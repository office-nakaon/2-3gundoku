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2c298cbca4677" /><Relationship Type="http://schemas.openxmlformats.org/officeDocument/2006/relationships/extended-properties" Target="/docProps/app.xml" Id="R9eaf1020c58445a8" /><Relationship Type="http://schemas.openxmlformats.org/officeDocument/2006/relationships/officeDocument" Target="/ppt/presentation.xml" Id="R425f9618b6a6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22806fe1e4bff"/>
  </p:sldMasterIdLst>
  <p:notesMasterIdLst>
    <p:notesMasterId xmlns:r="http://schemas.openxmlformats.org/officeDocument/2006/relationships" r:id="R992bc7f1a2a4472a"/>
  </p:notesMasterIdLst>
  <p:sldIdLst>
    <p:sldId xmlns:r="http://schemas.openxmlformats.org/officeDocument/2006/relationships" id="256" r:id="Rcc13482ce226440e"/>
    <p:sldId xmlns:r="http://schemas.openxmlformats.org/officeDocument/2006/relationships" id="257" r:id="R0fcb468377be4184"/>
    <p:sldId xmlns:r="http://schemas.openxmlformats.org/officeDocument/2006/relationships" id="258" r:id="R8d64c78bae564277"/>
    <p:sldId xmlns:r="http://schemas.openxmlformats.org/officeDocument/2006/relationships" id="259" r:id="R97da7e759fac4d2f"/>
    <p:sldId xmlns:r="http://schemas.openxmlformats.org/officeDocument/2006/relationships" id="260" r:id="Rb85c15bcb3e64b50"/>
    <p:sldId xmlns:r="http://schemas.openxmlformats.org/officeDocument/2006/relationships" id="261" r:id="Rd3b35e9ae008466e"/>
    <p:sldId xmlns:r="http://schemas.openxmlformats.org/officeDocument/2006/relationships" id="262" r:id="Rd3d77cc7cb034422"/>
    <p:sldId xmlns:r="http://schemas.openxmlformats.org/officeDocument/2006/relationships" id="263" r:id="R5e88a7d9d4a2482f"/>
    <p:sldId xmlns:r="http://schemas.openxmlformats.org/officeDocument/2006/relationships" id="264" r:id="R55f39eee657940a8"/>
    <p:sldId xmlns:r="http://schemas.openxmlformats.org/officeDocument/2006/relationships" id="265" r:id="R21ca398d86bb473a"/>
    <p:sldId xmlns:r="http://schemas.openxmlformats.org/officeDocument/2006/relationships" id="266" r:id="Red393897422f42b8"/>
    <p:sldId xmlns:r="http://schemas.openxmlformats.org/officeDocument/2006/relationships" id="267" r:id="R663ccc2edce24068"/>
    <p:sldId xmlns:r="http://schemas.openxmlformats.org/officeDocument/2006/relationships" id="268" r:id="Rfbc5e4f4397d47bc"/>
    <p:sldId xmlns:r="http://schemas.openxmlformats.org/officeDocument/2006/relationships" id="269" r:id="Rfc8321ad72524520"/>
    <p:sldId xmlns:r="http://schemas.openxmlformats.org/officeDocument/2006/relationships" id="270" r:id="Rc8ad9d7d5b29416e"/>
    <p:sldId xmlns:r="http://schemas.openxmlformats.org/officeDocument/2006/relationships" id="271" r:id="Rf5544e2990dd49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5669b96a64cd1" /><Relationship Type="http://schemas.openxmlformats.org/officeDocument/2006/relationships/slideMaster" Target="/ppt/slideMasters/slideMaster1.xml" Id="Rd6822806fe1e4bff" /><Relationship Type="http://schemas.openxmlformats.org/officeDocument/2006/relationships/notesMaster" Target="/ppt/notesMasters/notesMaster1.xml" Id="R992bc7f1a2a4472a" /><Relationship Type="http://schemas.openxmlformats.org/officeDocument/2006/relationships/presProps" Target="/ppt/presProps.xml" Id="R651f5506f4764adc" /><Relationship Type="http://schemas.openxmlformats.org/officeDocument/2006/relationships/tableStyles" Target="/ppt/tableStyles.xml" Id="R15faa7a97c8743a2" /><Relationship Type="http://schemas.openxmlformats.org/officeDocument/2006/relationships/slide" Target="/ppt/slides/slide1.xml" Id="Rcc13482ce226440e" /><Relationship Type="http://schemas.openxmlformats.org/officeDocument/2006/relationships/slide" Target="/ppt/slides/slide2.xml" Id="R0fcb468377be4184" /><Relationship Type="http://schemas.openxmlformats.org/officeDocument/2006/relationships/slide" Target="/ppt/slides/slide3.xml" Id="R8d64c78bae564277" /><Relationship Type="http://schemas.openxmlformats.org/officeDocument/2006/relationships/slide" Target="/ppt/slides/slide4.xml" Id="R97da7e759fac4d2f" /><Relationship Type="http://schemas.openxmlformats.org/officeDocument/2006/relationships/slide" Target="/ppt/slides/slide5.xml" Id="Rb85c15bcb3e64b50" /><Relationship Type="http://schemas.openxmlformats.org/officeDocument/2006/relationships/slide" Target="/ppt/slides/slide6.xml" Id="Rd3b35e9ae008466e" /><Relationship Type="http://schemas.openxmlformats.org/officeDocument/2006/relationships/slide" Target="/ppt/slides/slide7.xml" Id="Rd3d77cc7cb034422" /><Relationship Type="http://schemas.openxmlformats.org/officeDocument/2006/relationships/slide" Target="/ppt/slides/slide8.xml" Id="R5e88a7d9d4a2482f" /><Relationship Type="http://schemas.openxmlformats.org/officeDocument/2006/relationships/slide" Target="/ppt/slides/slide9.xml" Id="R55f39eee657940a8" /><Relationship Type="http://schemas.openxmlformats.org/officeDocument/2006/relationships/slide" Target="/ppt/slides/slide10.xml" Id="R21ca398d86bb473a" /><Relationship Type="http://schemas.openxmlformats.org/officeDocument/2006/relationships/slide" Target="/ppt/slides/slide11.xml" Id="Red393897422f42b8" /><Relationship Type="http://schemas.openxmlformats.org/officeDocument/2006/relationships/slide" Target="/ppt/slides/slide12.xml" Id="R663ccc2edce24068" /><Relationship Type="http://schemas.openxmlformats.org/officeDocument/2006/relationships/slide" Target="/ppt/slides/slide13.xml" Id="Rfbc5e4f4397d47bc" /><Relationship Type="http://schemas.openxmlformats.org/officeDocument/2006/relationships/slide" Target="/ppt/slides/slide14.xml" Id="Rfc8321ad72524520" /><Relationship Type="http://schemas.openxmlformats.org/officeDocument/2006/relationships/slide" Target="/ppt/slides/slide15.xml" Id="Rc8ad9d7d5b29416e" /><Relationship Type="http://schemas.openxmlformats.org/officeDocument/2006/relationships/slide" Target="/ppt/slides/slide16.xml" Id="Rf5544e2990dd49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ef1ad51ee5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9f4ff16caf434e" /><Relationship Type="http://schemas.openxmlformats.org/officeDocument/2006/relationships/notesMaster" Target="/ppt/notesMasters/notesMaster1.xml" Id="R3fd179f345fb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ce0c256784081" /><Relationship Type="http://schemas.openxmlformats.org/officeDocument/2006/relationships/notesMaster" Target="/ppt/notesMasters/notesMaster1.xml" Id="Rd47a4a4989e344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e219b07e14e48" /><Relationship Type="http://schemas.openxmlformats.org/officeDocument/2006/relationships/notesMaster" Target="/ppt/notesMasters/notesMaster1.xml" Id="Rdb13def1fa3e43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0802a8cdce4088" /><Relationship Type="http://schemas.openxmlformats.org/officeDocument/2006/relationships/notesMaster" Target="/ppt/notesMasters/notesMaster1.xml" Id="Ree4e47e1d83b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e5d82007134054" /><Relationship Type="http://schemas.openxmlformats.org/officeDocument/2006/relationships/notesMaster" Target="/ppt/notesMasters/notesMaster1.xml" Id="R9905ceff5cf94e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0e2f4808e54741" /><Relationship Type="http://schemas.openxmlformats.org/officeDocument/2006/relationships/notesMaster" Target="/ppt/notesMasters/notesMaster1.xml" Id="R84beafac2bd3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03b049b47b4bc9" /><Relationship Type="http://schemas.openxmlformats.org/officeDocument/2006/relationships/notesMaster" Target="/ppt/notesMasters/notesMaster1.xml" Id="R44eebc1348a645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54657f1abd454b" /><Relationship Type="http://schemas.openxmlformats.org/officeDocument/2006/relationships/notesMaster" Target="/ppt/notesMasters/notesMaster1.xml" Id="R6177f396eeb748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32cd11c5ce4ca8" /><Relationship Type="http://schemas.openxmlformats.org/officeDocument/2006/relationships/notesMaster" Target="/ppt/notesMasters/notesMaster1.xml" Id="R02f6a223236d41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adf59b17c64b97" /><Relationship Type="http://schemas.openxmlformats.org/officeDocument/2006/relationships/notesMaster" Target="/ppt/notesMasters/notesMaster1.xml" Id="Rfcacd605d9444a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06cac40b344a2a" /><Relationship Type="http://schemas.openxmlformats.org/officeDocument/2006/relationships/notesMaster" Target="/ppt/notesMasters/notesMaster1.xml" Id="R4b5aa1d22b0246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7b59ed72dc4b1b" /><Relationship Type="http://schemas.openxmlformats.org/officeDocument/2006/relationships/notesMaster" Target="/ppt/notesMasters/notesMaster1.xml" Id="Rdf0c76e9a66c46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7ad3b3d6654dd1" /><Relationship Type="http://schemas.openxmlformats.org/officeDocument/2006/relationships/notesMaster" Target="/ppt/notesMasters/notesMaster1.xml" Id="R85718a371dd344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a4c9a9d46d4ce8" /><Relationship Type="http://schemas.openxmlformats.org/officeDocument/2006/relationships/notesMaster" Target="/ppt/notesMasters/notesMaster1.xml" Id="Re8130eb816614d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d7b4cb7b634021" /><Relationship Type="http://schemas.openxmlformats.org/officeDocument/2006/relationships/notesMaster" Target="/ppt/notesMasters/notesMaster1.xml" Id="R5efacd0f108044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32c42e9df1458f" /><Relationship Type="http://schemas.openxmlformats.org/officeDocument/2006/relationships/notesMaster" Target="/ppt/notesMasters/notesMaster1.xml" Id="R5adc0f4ea7f644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d1efc1c8b45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c216d497649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63e32861c4c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e0e14542946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a02ce603f45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259912ae94d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B8F32-4F68-4DF3-BD21-56E26ABBE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5923B-0454-4296-98B2-DECCA28E67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B2D61F-833F-49FA-9307-E459468F7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00E91A-F249-475B-8364-42E85EBD37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F9B7C5-0588-45B3-A6BA-1FB216288B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FE6CE4-758D-4017-921B-1ED4D1832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EA40F5-C580-41E7-8E0C-E305E9C809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B976FE-5F62-4369-AB2B-B4B44208EE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5C93A3-153F-46D7-9A8E-F8F5FDC97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EAEA6-F17E-459B-AD3A-30C6C7FDB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d86381dd745e6" /><Relationship Type="http://schemas.openxmlformats.org/officeDocument/2006/relationships/slideLayout" Target="/ppt/slideLayouts/slideLayout1.xml" Id="Rac640a6b28d043e7" /><Relationship Type="http://schemas.openxmlformats.org/officeDocument/2006/relationships/slideLayout" Target="/ppt/slideLayouts/slideLayout2.xml" Id="Raca017c98b5b430d" /><Relationship Type="http://schemas.openxmlformats.org/officeDocument/2006/relationships/slideLayout" Target="/ppt/slideLayouts/slideLayout3.xml" Id="R129b4e9b741749f7" /><Relationship Type="http://schemas.openxmlformats.org/officeDocument/2006/relationships/slideLayout" Target="/ppt/slideLayouts/slideLayout4.xml" Id="R2bb762ef4d4d4638" /><Relationship Type="http://schemas.openxmlformats.org/officeDocument/2006/relationships/slideLayout" Target="/ppt/slideLayouts/slideLayout5.xml" Id="R3d105fea3e5344f8" /><Relationship Type="http://schemas.openxmlformats.org/officeDocument/2006/relationships/slideLayout" Target="/ppt/slideLayouts/slideLayout6.xml" Id="R4e7e3326a99d4b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40a6b28d043e7"/>
    <p:sldLayoutId xmlns:r="http://schemas.openxmlformats.org/officeDocument/2006/relationships" id="2147483650" r:id="Raca017c98b5b430d"/>
    <p:sldLayoutId xmlns:r="http://schemas.openxmlformats.org/officeDocument/2006/relationships" id="2147483651" r:id="R129b4e9b741749f7"/>
    <p:sldLayoutId xmlns:r="http://schemas.openxmlformats.org/officeDocument/2006/relationships" id="2147483652" r:id="R2bb762ef4d4d4638"/>
    <p:sldLayoutId xmlns:r="http://schemas.openxmlformats.org/officeDocument/2006/relationships" id="2147483653" r:id="R3d105fea3e5344f8"/>
    <p:sldLayoutId xmlns:r="http://schemas.openxmlformats.org/officeDocument/2006/relationships" id="2147483654" r:id="R4e7e3326a99d4b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b45205d854308" /><Relationship Type="http://schemas.openxmlformats.org/officeDocument/2006/relationships/notesSlide" Target="/ppt/notesSlides/notesSlide1.xml" Id="R45b8e67cc8c7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d976fa2c0d4420" /><Relationship Type="http://schemas.openxmlformats.org/officeDocument/2006/relationships/notesSlide" Target="/ppt/notesSlides/notesSlide2.xml" Id="R2b5c721a24e240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c63010dad447e" /><Relationship Type="http://schemas.openxmlformats.org/officeDocument/2006/relationships/notesSlide" Target="/ppt/notesSlides/notesSlide3.xml" Id="R6296976d9323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46a0165694e27" /><Relationship Type="http://schemas.openxmlformats.org/officeDocument/2006/relationships/notesSlide" Target="/ppt/notesSlides/notesSlide4.xml" Id="Rc346cc55973f46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3778a0051447a" /><Relationship Type="http://schemas.openxmlformats.org/officeDocument/2006/relationships/notesSlide" Target="/ppt/notesSlides/notesSlide5.xml" Id="R1c58df1e0ac740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6bec47b7145b4" /><Relationship Type="http://schemas.openxmlformats.org/officeDocument/2006/relationships/notesSlide" Target="/ppt/notesSlides/notesSlide6.xml" Id="R746d30b341eb40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713f6331c4197" /><Relationship Type="http://schemas.openxmlformats.org/officeDocument/2006/relationships/notesSlide" Target="/ppt/notesSlides/notesSlide7.xml" Id="R72102546ab95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b0b350a4b4ad0" /><Relationship Type="http://schemas.openxmlformats.org/officeDocument/2006/relationships/notesSlide" Target="/ppt/notesSlides/notesSlide8.xml" Id="R9de0c58deab14f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4e0a78fe44324" /><Relationship Type="http://schemas.openxmlformats.org/officeDocument/2006/relationships/notesSlide" Target="/ppt/notesSlides/notesSlide9.xml" Id="Rf8fd0fff20fa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b9e1d041174eb9" /><Relationship Type="http://schemas.openxmlformats.org/officeDocument/2006/relationships/notesSlide" Target="/ppt/notesSlides/notesSlide10.xml" Id="R2d861abce52b4d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1e175f1a54ca0" /><Relationship Type="http://schemas.openxmlformats.org/officeDocument/2006/relationships/notesSlide" Target="/ppt/notesSlides/notesSlide11.xml" Id="Rc95ca2a765e74d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acf1bd971640a9" /><Relationship Type="http://schemas.openxmlformats.org/officeDocument/2006/relationships/notesSlide" Target="/ppt/notesSlides/notesSlide12.xml" Id="R7de104dc6d124a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f456ffd7448e0" /><Relationship Type="http://schemas.openxmlformats.org/officeDocument/2006/relationships/notesSlide" Target="/ppt/notesSlides/notesSlide13.xml" Id="Rc131aac156d047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0e52759254472" /><Relationship Type="http://schemas.openxmlformats.org/officeDocument/2006/relationships/notesSlide" Target="/ppt/notesSlides/notesSlide14.xml" Id="Rdf8e1921319f4e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974308bda4fe6" /><Relationship Type="http://schemas.openxmlformats.org/officeDocument/2006/relationships/notesSlide" Target="/ppt/notesSlides/notesSlide15.xml" Id="Rfe3ce80c45e442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4f8ae6d7243ba" /><Relationship Type="http://schemas.openxmlformats.org/officeDocument/2006/relationships/notesSlide" Target="/ppt/notesSlides/notesSlide16.xml" Id="R694cc421d5d642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A087E-4FAF-455B-BEA9-83F5BE35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3FF8-4E46-455C-A801-126E7E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D5235-7925-4317-9C94-74923EC1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3組　群読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3D146-7591-4436-B234-7C8936AF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私と小鳥と鈴と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F1EE6-8C5A-4C95-8081-731D3B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文化祭　共通説明版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9A154-FF05-4562-9A63-DB29CC6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95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1827D-D740-4309-8FCA-6B7DCDF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舞台を上から見た配置図で、読む人と動きを確認します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CDB3B-4972-43A7-B6FC-C8718420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C4353-F67A-4F34-8D4B-D8BBFDD7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94AE0-8A62-4B54-8CAB-298977B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9199B-3275-45B2-89FE-AD51E84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FE2C0-9F5A-4FB4-A5EC-4C0A5CE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13AEF-7BF7-4C0A-BCFE-CE6E3D88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087C8-B9D4-4B2A-BC58-03087A6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33176-FD7B-4FBE-B7C1-D999817B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76400"/>
            <a:ext cx="85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67699-BDF5-4B6F-89C8-84E09C51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193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42E33-6906-41AF-BF37-00936D5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28人でつくる群読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F409F-0F5A-4BE1-8D6E-B9CADE5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名前は後から入力できます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DFE79-562D-4923-9A42-48B4ACA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960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</p:spTree>
    <p:extLst>
      <p:ext uri="{BB962C8B-B14F-4D97-AF65-F5344CB8AC3E}">
        <p14:creationId xmlns:p14="http://schemas.microsoft.com/office/powerpoint/2010/main" val="2034589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106302-2641-4153-B500-BA63277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77A6-45AE-40FC-9B50-9040E9C8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B48F7-1608-4C32-A17F-4E7FB46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全体の考え方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ED1FD-ED87-4BED-BF7F-8CCFB4C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少人数の声から、28人全員の声へ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29D42-7E3A-47A0-A550-A2DB485C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E414-76EA-4E52-AA2D-499AFC9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読む人数の変化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91870-5640-42D5-BF33-F5C006B1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C0CB-BA49-49AD-8617-4ED7DBA2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76525-4231-4FBD-80CA-F4D0377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E6BBE-0B38-4BAA-806F-A7F51943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3C84E-75D5-4289-AC5F-CD6C5535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87366-7E9B-41B7-87BC-FC5970F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EFC5-32D0-4A1D-B729-DE98C349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09293-48D3-417C-A47E-7905CE3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F6FFC-3628-4C2F-AE6B-D4E5C494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99BDB-A47E-4A1A-9831-9345DF7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A9F62-208B-49B9-959F-0C80FE5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07F7B-4338-4455-BE2A-90467B00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535AA-9D23-49F3-B60D-4FE97D95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12592-6111-4AA8-BBA8-905F9CD5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0E4795-C80A-463E-91C0-C3083CC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AC33E-BF8B-41BE-94A7-43C6423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3BB88-1410-47D1-9037-75A6EA39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2B79B-B7CC-4B5C-A692-53BF2FF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4B498-6A21-4E53-85FC-9BDA78A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75FFB-C3A4-466E-99F5-58EDE2FB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2F8F6-4FEB-455E-B47C-2DDA411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8066A-F60B-4688-8004-D13019D1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ACE241-70CD-43C3-B0C9-1C21E9F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FA1C5-B972-47AC-9F97-FE76CFF2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2FE981-36CF-48D6-A089-05619B84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F4759A-FC17-4219-A388-CB82C55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94039-39BE-4B85-8CB9-5FB2DF72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379FF8-336E-47EA-9940-A1AEDB36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7A70E-185B-4E65-8958-1AADFC8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2C73D-72BD-4375-A259-D9DABB7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1AC780-5EC5-4E15-A15F-3FB620B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9B8E8-E18E-4E2F-8B4A-A321274F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28DCB7-30FC-4FBE-9691-F85FE33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C0A2DD-8948-41B8-BB40-E4BF681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96526-546E-45DB-AD17-D8F724B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146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F696E4-828B-4736-95ED-9C388D7B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D0ECE8-B1C0-4FD8-B441-83D4CCB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288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10C18B-0D09-4ACA-BC34-AAEA430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384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0C4554-1457-496C-975B-C7FC85ED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05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32BC00-C83F-403F-B9BB-F148B4C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声の人数を変えると、詩の場面と気持ちの広がりが伝わります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C20BCE-B1CA-4DCB-B263-69D72B8A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0">
            <a:solidFill>
              <a:srgbClr val="68A9C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18D023-B65F-415B-A8D0-E7AD1F11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55A639-A66A-41D0-8D95-107C299B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1人、数人、全員を使い分ける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DFC921-A8AA-4F77-A2AA-BA9CCAA2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0">
            <a:solidFill>
              <a:srgbClr val="E6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CED6B8-2966-42D9-9098-2880A3A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90D67-5115-48B0-B4D2-5685BB6E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立つ人と座る人を場面ごとに変える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242B84-A200-4447-A550-27FA4AB8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0">
            <a:solidFill>
              <a:srgbClr val="E6B94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A13281-A931-45CE-8AD7-9D1BAF4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l"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動き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A5067E-1744-4BF0-A887-EA6990CF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詩の意味を体でも表す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D73117-989E-46A9-ABF9-AD91010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D89EFE-BBAA-415D-A6DD-EC2331D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5894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625EC-47EB-4211-A0FD-778D322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FD15-D571-46DC-BAC5-0ABB57D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51047-BBE3-4567-A357-BE8CD85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チーム分け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63644-5369-4851-B68E-B6C8A23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3つのチームで、28人の声をつなぎます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A8F13-DA33-4385-885E-24A1FA5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FE970-6DE5-4871-994E-2C01FE6A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85C9C-7131-42A4-9C9E-5F39862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B79DD-08FC-43F5-A03C-05BA1811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9CC8E-3E98-491B-A7D5-EAF08927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E66A-1990-4455-BB04-0E43A10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136D7-0D6A-4219-A732-B1217C3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0ECA2-E620-42FE-AD01-B287C5C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315AA-763A-4880-AD61-C97900AB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10　＿＿＿＿＿＿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FB14D-A805-4640-9608-7861FA27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4095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772CE-D937-4D3F-881D-91B98FE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ctr">
              <a:def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352EF-EB17-411A-BA5A-EA2ED89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9人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1B1F0-055B-4CC6-AB1F-E1EC1F7B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000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01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02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03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04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05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06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07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08　＿＿＿＿＿＿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09　＿＿＿＿＿＿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E7159-9D09-4C7C-A9BE-E9F77E3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172E3-4312-4A94-983A-0A52B38D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93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7ED2C6-BAF0-4267-9D71-51472D6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31B6-7469-4F6C-A702-8CC50F0E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F07F3-43E4-4C58-94F9-60FA754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配置図の見方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A1F1E-DA0A-4A79-A0A5-4246C59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客席の位置を基準に、同じ向きで確認します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37F1B-6B97-432C-9560-20F3A15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6D73-89D4-4E77-889D-56DEE5CA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28360-38BA-432C-9F27-852E56AC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A481C-E4DE-4562-9423-AF2C6DD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6F72F-B3E7-4615-B66B-BB21CE3D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8337E-633C-4AD8-8076-2EE389B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4A73A-931B-40BF-89BF-A5B036F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DABAE-8B5D-4CBF-ACB7-F69B735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55BE2-AEB8-4F33-88A8-0AA6C9E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8C6D0-C17C-4242-AC4C-8E16D81E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2FE73-8F95-40CC-A3C2-E3988F83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6123F-132C-4974-BB53-EBA620E7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A658C-FAD2-445F-B7A9-BFE9173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6F720-1006-49C4-856B-7C347B90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B9E0B-98A8-4312-8C0F-0AFE1D6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7735A-B370-4F5F-9FC2-6305A2E4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D5CAF-84F8-47C3-9DBD-E1E0BB39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06E24-9337-4FAA-A41A-6B11EED3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8F668-334C-4F0F-9DE4-54B1FAC3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0865A-EBC1-448F-8C64-3C758CF5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249B8-B061-41F9-8285-4299E5BE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D84D9-EBDA-4345-8D26-CC95C655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B2A07-735B-4E3D-981B-3C2F661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D37B1-2F83-49E7-8CB5-F9D2C512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30370-53EC-404A-9760-F0A1BA5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06373-55DD-4F77-B876-6E59013A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5947E1-A5C1-4F74-A98B-FC51EC2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027D8-2C22-4924-B552-A33B848A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48B00-22F2-4FD9-9452-6AD6F9E7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8C4CCC-8765-4D40-BF0E-7B381AB3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BA8CF7-9F78-4E0E-89B4-91E77AAC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F6938-D5A4-4323-976A-A28FB82E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830ABE-C8D8-4DE3-9E7E-93C140F5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2E4E5-4278-4671-940C-4F9C6A58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92772A-11D0-4A78-8E7C-D0B7E5C9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E03F43-EAE3-4EEE-95CE-F60B9AD4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732079-A63E-4ED1-88AF-4C93A5B8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C0A07D-B259-477D-B0CE-68C18E8D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B04265-0D4E-4079-B2D3-FEC5702F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5EF15-2DF7-42EC-830D-D45AC0F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9E55B-8D00-43FC-95AB-90E5817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F4AA6-3B8A-4AFE-A4E0-C8ADB3EF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BD4214-4A51-44B3-8E93-C6E671D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D0A9AB-3B2B-438A-9AF5-23E4BC45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DE37F3-6527-495D-BD24-1E0C97E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57542C-B1F8-4884-95F5-75E1A823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6F9B9F-37DC-418D-9559-80B2A59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2BD58D-B5CB-4F0C-8027-700D042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EA9ED0-B298-411D-B5DB-F40FA29A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62C31B-1C70-4AC4-ADEE-62CC1F1F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D13B27-C7E7-480F-A0BA-8BF5B038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15ED30-BF79-4BEE-82D1-6CBDCD4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FB270A-36D3-40BD-8D68-4A8954D2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39C10A-9232-4EDF-A5C6-BA97E2C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5C101B-AE90-4DA7-B541-9C602C5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7C374F-AD92-4F31-A615-6E337737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7F2D01-B45A-499E-A000-189F41E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9D11D8-A72F-4DA8-B17D-05A25AFC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1126AD-C14A-44FC-A211-C3E263F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ADF285-CA76-47E4-BA8C-2E1A993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57B225-7A1E-42FF-9999-9C9CC3B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47F398-C8F2-44D6-A1CF-B7D4166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3E6701-9CB2-4193-B116-7CE395FF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808C37-67BD-4945-A68A-2E303C6B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B8BDD4-5947-4AD8-B3E6-B63622AB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937A96-31D4-4989-979E-0D4AE8AF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17C1085-9C89-4DD1-82D9-32615DC5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38E9B4-D407-4512-B876-19279666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8B99B0-1A88-497E-828C-734D290A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6031F4-CCA3-47DF-88BF-EA92C94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819AC7C-91EC-492D-BC3E-1C45A55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>
            <a:defPPr algn="l">
              <a:def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図の下が客席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33B923-860A-4912-BBA5-85A8BF7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428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この資料では、すべての配置図を同じ向きで表示します。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E1A509-BC2A-4781-9C2A-02D3000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2428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左右ではなく、自分のチームの色と客席の方向を確認します。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DE7E0C-11D4-4B75-B7BE-B5ECA1AD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9D2FE4-618C-483A-8973-B247BC0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ctr">
              <a:def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3518D2-4FE3-47C1-A4C1-ED85EE68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10150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色つき：読む人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E3BF394-F26F-454D-89EA-56832076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C9AAA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369007-C7BE-4896-A86E-07A5B20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77"/>
          </a:bodyPr>
          <a:lstStyle xmlns:a="http://schemas.openxmlformats.org/drawingml/2006/main">
            <a:defPPr algn="ctr">
              <a:def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ABC414-98B4-4434-93A5-3DE276E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57825"/>
            <a:ext cx="185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白：座って待つ人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F4E0E5-63B4-4722-8DBA-2A467F8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C21A64C-9ABA-4030-A26B-B0F4A7A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4489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B988C63-1303-40CF-B2D5-BEFEB551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F7AB6-A8A9-4F38-AE79-171E5B4A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8B190-9467-43AF-8809-99B9E63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5D759-F7A0-4BBE-B21C-6E713AF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「私が両手をひろげても、」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CCC39-1B93-4D14-B7D0-3303BF1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1A950-6788-4201-8E8B-42BC87E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CA3D7-D80D-42E2-A5FA-984A040C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FBD3B-68E1-48BF-9B25-8A4D11BA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9E802-3AE8-4691-8A8C-9BF949D8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1人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B9841-94E3-41FB-8E01-B53772EE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4FA70-212B-49D0-9F89-DCE78BB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C9C19-74D6-4E5B-9A96-85E2C9B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C3F2-2F11-4B60-BDC7-AC8EB0F7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3EEBB-5087-488A-9350-4DED379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306E6-EF31-44B1-97D8-00931F7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私チームの1人が立ちます。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26ED7-109D-489E-AC84-56EC11D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75A4F-F576-4279-A6FC-ED587C2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55599-71FE-41B3-AA50-0A4822A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両手を広げながら読みます。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DD3C7-FC50-42B7-8463-F0D7F6FA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C8F61-2614-45F6-9C15-BBF5CA5E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A3A75-EC86-486D-A475-83FDB6DB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07BA6-88B5-480A-9988-4D208E7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A35E2-C9B2-426F-A6C8-5FBE5817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57BF3F-E287-4E2E-99BF-F7CBAFD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DD4CE-BFD0-433D-9198-B76AE75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589518-361C-430D-9999-73D22FE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4C2D3-5C8C-46DB-8D25-17BBA7C1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64CDE-BFE4-4FA5-8257-497B9B6F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2676A-F5A5-4B66-939A-ABB9077D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466CBC-25C4-42AD-9A5C-0B70E6CC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E8452-8134-4287-95A3-BA339850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A8C72-9D0C-47AF-B6B5-3D99BCC2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CA11F-0944-472F-9E45-C6B8672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DFF3C-6FC8-418E-B445-99A7077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C39B5-5326-462A-95F1-47D7BC6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3C11B3-FDC5-43FD-B18E-7A13B1E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17A501-4DC8-4C2B-BEEF-81077CD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C8CCD-8859-44AA-8E22-C2D1269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486C3-E23C-4BA0-8F28-0AF6BF3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BF3EE6-880A-4F19-BA59-26F6A665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96CE71-FE29-438B-9E5A-139F58E6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7C99E2-934E-419C-9510-DFD0358A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2BE4E-605F-4EC0-85E6-A385AC3D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50A59-5692-49A1-A869-D8036622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84302C-8918-49B7-825A-C18CC8D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49C2F0-5EC7-4D4B-8DB2-E279861E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4644AA-9B19-4399-8498-1FCE62B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4416C6-C2B6-423D-B764-FB045A1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8E3659-3B9C-4650-80F2-F3A24A5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5466EC-A155-46CD-B4B2-0ECA55F7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D0E849-64C1-478D-B317-7349C975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4A5C50-7F6B-4885-901B-10932BD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8B7199-251B-4476-B6EB-986839A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482E86-5F8B-4F62-8B6E-E83C4B0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41BEA8-873F-4355-A2F0-664AFF63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D48B90-9852-4E44-9220-2C9FDC7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A748A7-7419-4068-B08F-7C6B0DF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8AD6D4-BB65-42A0-9C93-BA7F84F4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BCE86B-DE4C-4621-93B4-1AE3636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D153CB-A4B7-41F2-ADC7-B7B40BA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F8ED3E-D2B8-414E-9EF5-34070A4C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07B49B-877C-4134-A8C4-C4CDCA1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E3EE3A-CE72-4586-9098-EC14862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38D1CA-5FE1-4D7B-8A0B-F5760C1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E57434-C68E-43A5-BC69-5AF90607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BB6957-EEA9-49ED-B601-B4E89E88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926322-9DF1-405B-A01B-D954708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0160BB-A8AD-422B-A949-A79C4EB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2E45AF-BB6C-4FCF-867F-8D70F40D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F4BFC3-3A06-4DD4-A918-6177DF88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3C06B9-65D1-4329-BFB9-1074215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BE2BFC-AD87-47B8-A4F2-C170DFA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89B2AB-23B8-40A5-8BF9-DD61086A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70B4F7-E0DC-4752-834D-7A883F7D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1BDC6C-3951-4E57-8EFA-22F0EB5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6DB635-35D4-4AE1-90F7-CF2C4FD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0BFCB4-32BB-414E-9A24-5F07B86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62A20F-40E2-41BD-97FD-51D92CC8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758DAD-B33A-45EF-B88D-6C8A7819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E3B1AD-3A06-4865-A030-3CADF42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7DA9D8-4403-47F4-808D-0966860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9FBF684-425D-4BF5-95D8-C1278D34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561E3D-E03E-442A-8A07-6118D2E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125F7F-C5E0-4A3E-ACD8-16D75FB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CEC3DD-61AA-4C8A-BC5D-0304AA8D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7B67C67-1E36-4B14-AC7B-3CAD899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48EEDF-5F06-4E45-8C20-D16321B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4E98CF-E08E-4EDD-B923-BCBB1B6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7F3E35-4DBF-4C42-A3C7-507C9E4B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F36A2A-80A8-4B47-83B6-AE81F47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B3573B-8D28-4BE0-B13A-BDA45D47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5113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A2C0D8D-3EAE-4C44-938D-4992EAB7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3CFCB-4444-4FEB-8915-185BB53A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5CA19-5709-4B41-87A5-FC4646D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場面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1EDC8-BF23-42A7-B890-2321850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「お空はちっとも飛べないが、」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59C40-CCF8-40B4-B3DC-F0279FA0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F0138-FF1A-411E-B336-E08AF97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FEAF0-FECB-4B12-B7EB-AAE38D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7752C-67FE-4A0B-A6A4-C605F5C0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091F4-859D-4B15-8D89-3C9D648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1889B-1265-430F-8FFA-94CFF233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E85D6-16BD-45E2-913A-65A38B9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63CCC-507B-48E1-993E-66F0416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8CD52-38D6-43E8-9A9D-3644A808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6ACB0-599E-4CA4-BE2F-4B99FD99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1A8B7-6DFE-476A-8253-E3FAC18B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3人は座ったまま読みます。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A172D-667F-42D1-B20F-A385ADC6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9827A-0CDD-47E1-8D19-D5078423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C21D8-3C91-4354-8730-C1191E3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残りの6人は立ち、飛べない様子を体で表します。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E1F9F-54CF-49AD-9266-E53D6095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E0570-667D-45E9-B790-AC0EB690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158A5-86A5-4720-988C-CA02810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C6E48-9B3F-4713-9044-EC67630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370ED-D799-4F09-B578-4594642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4F342-A7AC-4D9B-9D06-EBA4D378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31E90-3E95-4F91-951A-4EBEA8E2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FFA27-5806-4D15-A369-4EECA13A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D1FC0-9402-4441-BDE8-59821073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9EBCAE-9CA6-457C-9FDC-24A7929F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2F9292-A881-4B99-8744-F461FDD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17C3F4-54A7-4164-940D-913F5D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99EFA6-AAE8-4A4A-964A-D24A5176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2C626-1EF6-4850-B7A8-E923DBA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C692F-9F20-4A48-9B70-A130440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821FFB-6DF0-4C05-9821-EC74C5F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98136-2BA8-41EA-A0A2-7F31A79B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3C949-B5EB-4224-9283-67F3EB5A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555061-E0BB-4DD5-BB76-FB4AFA7C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06EEC9-2CA7-4F40-94BA-B55D2B09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2A5C88-D2F9-4E4B-A8A1-6FE5D4C6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E114A1-67EC-447D-A927-23F4AE8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FE9C50-1D26-4E50-A42D-A8229F0C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64140-B0BC-4406-AD9F-48F164D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2B0479-E5F6-4386-87A7-9440C939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D9937-8880-4AC0-A267-67E5420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41B9A1-97A0-4DB1-867E-FFB56A64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A4A24D-A4B2-4FD8-A9F5-8278465A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F5A791-C380-4C82-BB2B-B8CE9DA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9030F-FBD7-48A5-BF58-5727054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AF426C-D8A0-427C-A844-41E5D9FC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E6169A-5E0C-4061-B15C-41A2125E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F51F71-62F4-4097-AE8C-DB8B9BD4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3D5F2-E80C-4296-BDE2-7DA6B39C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72C776-40A1-441A-BC98-5FED71A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8ED062-2CCD-41A6-A642-496A42C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52A64B-6FB8-4EE6-AD93-130AFF66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AAC1F9A-0691-4D05-81DE-10A5C18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84790F-EBA9-4968-A296-A227BD6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30CB3B-C739-411C-8AF9-5660801D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E074CE-74DA-4965-8D9A-4574575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9B9197-128A-49AD-8EAB-F92832DE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818334-38C8-4C66-9E8A-55C4310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51C5AE-FC31-45FE-87DC-4815463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52F504-8113-401C-A896-4009A9C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208D35-BB42-4951-A481-3B7DB3C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071704-0E5A-4208-B215-739F8B6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6FA0EF-1C85-4C1F-B441-EA3E559C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929BA5-D644-401E-BE9E-93C649B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F6732E-767C-433A-A201-A50D4F7C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778271-6BDD-48E3-8795-1133FCA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C05B40-DF61-4DDE-87C6-00193EE8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9D2697-367E-4946-827E-DC0A4FA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DB40D5-9C67-4BBB-A593-43AF1CD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E34E96-B329-4FE5-AD6C-60D5DBEF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F3596D-B022-48B3-9F12-47DB0C04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42CFA0-CD03-4966-9594-D5F7D172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C94F2F-ED6D-4501-8EB5-DC1BBE3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654D7B-D677-46EF-915C-4D3BE66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FF6562-AA1F-4566-AF9F-014AF38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A25434-9712-41A7-930A-85123EC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0FA785-ECB5-4E2A-AB03-02568EBC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9A044A-AD4A-46A8-8193-13EEF0F3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A8D5E0-3531-4978-ABB3-CCF05AD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EA8F9-30FE-4CDB-A6AF-6971D6C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A6672A-71BB-4066-ABE3-CFCA3F1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82B570-AC07-4312-81E2-82A0F74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4875E2-0473-4BB3-9A65-B40A2F72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DFB2C7-5171-410B-B749-3A68AC3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FBAC70B-03EB-4613-B47E-0815B6D3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195098D-B007-4679-BD0F-66BCD2B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E0BE430-50C6-4CE1-8422-51A779B7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CA9795-81EF-4A2E-98B1-B24EB925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A5D034-D9CA-447B-B478-1E1E59C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C0CC34-2365-4D4D-9B02-7685BFD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D6D62C-2249-47A1-AC27-DF220DA6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705DAC-9EFC-42B9-9204-F25F128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4C23B7-796D-4D38-A296-BB3FC534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867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DD54E5-EFC1-4029-8C89-336E4191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72D36-20AB-46A5-BC93-275C38BD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A1B04-5EF6-4119-8ED6-D2277C77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63B16-CAF2-4944-8F66-80BDEE7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「飛べる小鳥は私のように、」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39AEE-3EA0-4425-9FA3-77AF18C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2A730-FDF3-47FC-9F7C-27521B59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F7AA0-F584-4AE7-8045-0E2CD66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2709C-1DB4-4BD2-860A-CF9DEBA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F6324-44D6-4DD3-B0BA-4DE9B420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3F23F-AEBD-4AE8-8D0A-E72944E4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30CA1-3EEE-4F73-8A90-63F1002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898E0-1F44-4BBB-A3FE-7314B8A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9E91C-0902-40DC-AC6A-DBAC642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CD732-2C84-40E0-9496-8914F72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69589-FD2E-4A89-8263-3C7F5BA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私チームの5人が立ちます。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8B9C-D9A6-4AB2-9119-9341CAC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387F5-D166-470B-A161-0606B9CF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F2B50-5244-4BF9-AE23-C9C07B17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残りの5人は座ったまま待ちます。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E0770-00AA-4647-98FB-AF93D4A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3AFD0-A9D5-4355-9623-BA1260D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0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D8690-3ABF-435B-A416-534F120E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FCFF8-E0CE-4A2F-95E1-2AD832A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1EDE7-C9C3-4A05-90E7-6A96BCD6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8D871-17A8-4C27-A234-5CEADCC8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0F88-2C5B-4E38-8E07-7CF43AE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302AF-9C6C-49D6-80F7-D37DADBF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3687F-EBE3-406C-99A3-7FFF1B02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27F40-AFF4-4733-80B8-7CEA2696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97D7F-AE86-40FB-BFB5-4AF97E6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0E278-DA04-41C3-85D7-8105533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68610-66BA-4A69-8755-23D2E0E9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0367D-F722-477A-8166-BF308FD1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52AD1C-482B-4013-8715-ADF99181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EBAF53-5320-4D6F-B9CE-2602C8E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24C94-B0B6-4890-B969-21C5ECB1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2081D5-6D92-4740-ABFF-8CEAA09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EB4E2-7734-4FBF-8467-EE5C7C65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53648A-40A9-43F5-ABF4-B72D908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F3388-403B-4AB1-9803-FD70A930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9B56BE-305E-45AD-ADE0-6FEA3F0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CC7F1C-4098-4D8C-9911-607783C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1C529-A601-49BF-BBD6-A60CFD13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47AA87-A899-4A8E-AD53-1DB32147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56A86A-3A80-4F75-AACE-03D057F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4A25F0-9E1A-4719-86DA-D16F04D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E7D5D7-6CBB-4E0D-84F3-C56A9C5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990C6-D0FE-4E0A-887F-F192149C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2F68B9-D347-45AD-AD05-E75436A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A1B031-A684-4CC4-95B0-4D7A27AC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EAC5A-4C0C-402D-BC2B-AAB818C5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8F02BE-2DAE-4CAA-8258-D61CA7E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8D0A6F-B980-4566-A259-E164775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F299CA-9E21-43AE-AA20-21D9D3EA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6E3585-12D0-45C7-A77F-F031ACFA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6A15F1-1A95-4675-A97A-12B8BA40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CB183B-D655-4464-B47A-6292BD29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F6DC76-F437-42BF-86C5-5CEA8A54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36C08B-3D1C-4D6C-BBB1-4D9E502E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B1A506-A9DD-4C94-92C7-BF5F9310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79B746A-CB30-466F-8651-0CE160E3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2B2008-05B5-45FB-9213-0BC46C14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DC4C59-88C1-4AFE-8B41-E1793D2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8B212B-9FE8-4E61-A1B8-FD17D2F5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EC8CC0-283B-484B-89CF-279439B5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2D9D91-9DB3-4443-8A5D-5664A3D3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B78EC4-B642-439E-96B9-D734BBBD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17E4EF-F1C0-41F6-8933-1273C2C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90CE99-F3D4-4F2A-8BB2-37EDF3FD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522DDA-C198-4C6F-8928-F8969A19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FDD56D-0192-40D4-85B5-0D71CE19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19A06B-AF5D-46D6-89B3-05FAD1E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5F4BF2-1DF9-4ED7-8423-6D231E24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CDAE8D-066A-4F2A-B199-79F8C2C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9C5959-38D7-426D-84B0-AE7BB40F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8576C0-C25E-40AF-8799-354C9B6D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B92410-0F78-419E-8DB6-4517355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42E566-CFAC-43D7-BB92-D6C7E9D6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6CD86E-F90C-4304-8D98-AD84929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22B06E-2CE9-41A6-B826-2C88A61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80CFA69-BE60-4026-8871-5391CB11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53552B9-3518-4CD2-AD30-D89A6B3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BDA042-D0FA-410F-A684-22897796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ACB4C-F1F3-42E6-B479-266F470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BAAE20-50EF-47F0-9BC2-2F1E2E16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2DD8CC9-4BDD-4D76-B5DD-AE8F336C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4512E4-BC47-4A0F-A96B-F4374B9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2C782D-6B55-4635-8D17-E81BA159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13C19E-2864-4D7C-AAE9-940C1584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7E812F4-DDB4-4826-A5CD-A0884189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1F702B-98E8-40D9-A005-7F44C1C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7C5682-5A86-4958-89C3-F9FA58A2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8D9DD2-445B-42E5-9E97-D54C72E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C0F012F-ACE9-4A61-96A6-B5491A6D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AC0C62-917B-4B2A-9A3B-AC8C9CF2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DF53C4-3E56-4F99-8DA9-466C672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2384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99C62C-FC15-47E7-9762-DEB25F1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BA61E-6A21-4A40-9DCF-40FD0C7B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B0596-6DEF-4378-9349-FFB8FC2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場面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7A90-51CF-4CEE-8191-2F2AB639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「地面を速くは走れない。」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DA905-6C8C-4F38-BC65-A12D4237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21B22-1D76-4EFD-AB66-284E6711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C2102-681E-4162-BFCB-F7A0FB6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DB0EC-74EF-4473-A509-ADF922E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33A3C-8FC6-44EC-B84A-F2B8C128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6人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018BE-CE1F-4B6C-818E-B70AFF2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9D0D1-D780-43F2-9689-A63DFA2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18DE-A18F-49D2-B8F1-346AB8E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334D8-334E-4716-9141-0418DFD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462E2-7AF9-478B-840E-828B46E1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BBFDE-2976-4A88-8624-9A34010E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小鳥チームの6人が読みます。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940A7-F1B0-4E55-BCAF-D60EB5AE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C3E91-D89D-40E6-BE9F-796A0E1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A5188-EA0E-4745-B042-8A1C3093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残りの3人も座ったまま待ちます。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F157C-1323-4778-AB5B-F25A9D4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023C5-3B8E-4B95-8739-46E1ADFA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7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26409-C669-48E5-9C4A-20F7A6E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28FEE-2FED-4A8B-9A6A-26FD4C7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C77288-0557-450B-A610-91029864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0B78DE-CA47-407E-B9DB-59674D68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B173B7-FA1F-4929-B1AF-3FC4E89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00719-0E0C-41A2-9175-A858937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57E7A-8388-4299-95C4-2A82DD39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68945-2549-43FD-89E2-046BEC85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BEA9FB-B336-4AB0-AE13-C8E21573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1818A-9624-4790-8925-DF408EC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00D740-FE6A-4A3B-9058-6E93757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AB45E-4572-484B-9D29-3AB5D0A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1B815C-0C11-49E1-AA11-9D5FCE4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83CC41-89C2-42C1-BE11-F581360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F4A02-015F-4304-8E17-187D9AA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43114-AB03-4FE6-BD45-31465AB3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5B3E6-FBA0-42A9-8E01-29871B96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927F9A-DE2D-4DA6-A77E-40387A60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42ECA-220C-49F9-84E7-F74E75BE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3404EA-873E-4AAB-A534-0197F31D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695B2F-A2D6-4FAB-8463-3967EBE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438815-AC2A-4331-897B-2ACB7A0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FDE29B-AACE-4CBB-B7B0-41AEA47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CC194C-A94C-4157-BC75-48A08A3D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178367-CFA3-4C40-B168-AC79602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A7A256-D06C-4DC2-B9B6-BB9111C7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31BCE-E024-4E35-AD3E-883F1DD9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122BCB-59FE-4A1A-A756-FCE7D99E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F726E1-9CA8-43DC-AF43-2993A72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D5A9EA-4F33-4FE6-AF31-6495D91B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8B7F77-AD14-4D92-872A-3C0595A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546158-AF30-484C-911D-A70F1CD9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73E11E-B9D0-4A03-B390-A9F7678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0677D4-8690-4715-A2F6-52A8FF9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7318F1-C4AE-4818-89D6-F5612DE1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1F21B4-4DB6-4585-9331-6F4CBE1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76F93D-9A58-4B35-BD4C-CA21CAE8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A28B68-33DF-4F43-9709-E9C20CA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803769-1263-4024-913B-16F7E6EC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9E42B7-9995-4D70-A9C5-72CEFA49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6C9CDB-F703-42BD-891A-0D656CB9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F70F2F-E368-4401-9FF4-8956C85A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7108CE-1A1D-4955-BB1B-F5052B8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716D72-328B-47EF-B7ED-367C404C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5CC8C7-3407-4202-9126-CE965EF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99CA92-6134-4A04-B480-6C4B8C59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BA8041-8FF8-4AD9-9833-9F49525E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EB3971-C5C8-4D56-82A6-18837D43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9049584-BC15-4378-9C45-463060D1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1C529F-95A1-40C1-969C-111F75A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5DBE64-604E-463F-AD61-201A08F4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0F38D5-95BB-41A0-9DD0-7EA2189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DE841D-03C7-4CDE-A65C-1993CE4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B9C855-4057-49BE-BC7A-53A0B01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8695A9-C545-4367-829F-1929486A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1E50D2-E3B1-44E5-8C8B-B1907059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E98E15-1DBF-4BF7-988B-1DF79295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95819B-6788-495B-A153-59F72E56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A59B3F3-7825-4E30-BBC4-1F130C03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FA46E3-4E3F-4A5D-B9A8-D97C53D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2CCC94-8F66-4B1F-AE20-299F8C8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8CDBC0-A537-474A-A2BC-C409979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509A11-2372-4369-9032-E94B5DDF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B529C4-DFE9-438C-B4DD-4A265A6B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0459E05-F50F-4F61-9AE1-68D7FBA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306C2F-324A-496B-BB63-440DE6C6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605630F-E925-451F-812A-0E957F33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303F27E-CCDB-43C6-91F3-7C28BB40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C6A0A0-0680-44B0-96D8-05300B59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6FCD6E-89A5-41C9-9277-2703EE8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2307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DCF0519-6654-4A11-9EF1-C28627D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731CF-7E4C-42BE-8BAB-101A5AFE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BACCC-D586-4B63-AC6B-2C4298C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FC481-1C49-480B-AE3C-4B737B9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「私がからだをゆすっても、」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16153-E10A-4A40-B253-7820179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EE83D-EBDF-4A17-8F11-CDA2E96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54D37-FD8C-4F5D-98D3-976BDBC7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9C3CD-CFA6-43D3-A511-A4DE436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AA94C-4377-4FA9-9C77-9B0F2CB0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4人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856BD-5EA0-426F-A804-4BA3765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99B29-43DB-4DB6-86F5-49DAF1B5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69B9C-BADC-480E-A1CA-9E7D1B0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13A50-1956-441B-A60B-CD77A7F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D9257-E212-43B2-8E61-B17AA71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BA8CB-3B01-4DD4-AD34-EA7EABC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4人が立って読みます。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37920-59D0-41BA-ACC6-EC08A9EA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E0B6E-94F9-43FD-9F6D-36262A3A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49C2D-3F80-4C5E-AA84-AC7DEFC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座っている6人の体を、読みながらやさしくゆすります。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4E5F1-F662-400D-B0FD-B913A8A9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D05FC-5413-4822-B2E1-E5BEE445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B49F-A249-49FA-BA99-F822C5E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07D8B-24CB-4D3D-9CFF-627AD9C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4DD964-18BE-41EB-B6AE-DA0D5501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6055E-1F6C-4C50-A788-13B013F2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99D01-6E9F-4BBF-8A95-E471BBFC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7873C-C807-43AB-BB69-F8115608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6FCB6-E13C-40DF-941E-6D221BFC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40B44-2CF5-44F4-AE1E-EA212C3D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980851-E54D-4703-B904-F0A97786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FCDA4-FD6F-4BE8-BBFA-B177558A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8B078F-AFAF-490A-B2CE-C590DEC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99ADC-0ECF-4F46-A68B-C296F21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EFBE7-E5A9-4F2E-B150-4A218CFF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66BEF-CAB5-447C-8825-EEA50FA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B253E-5FDC-4DCF-B9CE-BBD732C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8E04D-2A4C-480A-829B-4143E537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C4ADDE-870C-4E7D-A928-30B33F0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39DBB0-1B05-4A55-9AFC-4253472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D14B69-33EF-4DB8-9FD8-BB9AFFE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11BA77-8032-494A-BA62-B8325ADD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A42F90-F766-4F70-A248-2829952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3E1F0-3926-4DBB-981C-796C9715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C35264-5C46-4F2D-8EA0-CF6693D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A2FF15-0B2E-4F1F-A079-E869E1CB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36A863-5BE1-4EB2-9A89-4B2018E7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C101D4-9954-4419-B9E6-86B8805F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8B8E55-7C08-4B60-8F12-BEEBCABB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371091-59FC-4643-A98D-792DD98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C4BBC-343D-439C-A0CF-61BF60AF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2E5CE4-B2E9-41BD-BB73-7C1AB3F2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016BB7-A681-48FD-A030-6F321C14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E75CDE-256F-455F-B1D4-4FCC4913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F610C4-2EE8-4498-B590-3B1FF59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653CC1-7067-488A-B464-EE37BCE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22B319-41DC-4460-BFC4-2CD462C0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EC751B-6D98-44F6-8FD2-0190435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2E512C-20CE-472B-A03B-DC5C95D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E76105-3BD5-4EA3-99D3-9F6019A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6BA448-854D-4F43-BA4F-DB0407B4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E18781-AAA7-443B-9D3A-AD1FF6D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3433B1-36FE-4F5F-A849-63CB507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C194A6-8864-4A7F-A6D5-2419299C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BB1484-1A97-4B2D-BF3D-1DA5C0A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218812-0BDD-4189-857A-F4461F6C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843063-B84E-4F07-A3A1-CA86603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E9FA7F-DA8F-437F-AA27-776FDAE2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465D4F-B07A-41EE-87DF-0C6E714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21A14F-15DF-401E-883B-A070109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8208B9-9CDA-4EC8-92F0-F11DB3A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AE48A5-F826-48B4-BEE2-26D8E93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B5F0D2-9D27-4171-8692-5405223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C3C06F-277B-4284-9BE7-FC16C65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5993EB-EE02-4121-A07C-F8BCC77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D23236-0EEB-420C-8F41-6AB4B8AE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0191F3-4B49-431D-BF3A-C3708209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B75D59-CC4A-4854-B51B-1C1966B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D392DC-118C-42C2-9D73-89D4D81D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6B9EAA-F932-4F4C-B2C8-65DA1B2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952114-456B-4088-B0F2-47FCA901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5D1E58-B4CD-4B59-A19E-1B6C7480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6644D7E-3F2C-41EB-B25E-97BF86F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E51298-3DC4-4257-BD03-1204F25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B3D055C-CB08-40C1-AD83-3FD6C3C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D9054B-2CF9-41D8-8878-90C0FFBB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A6EAD3-7038-4D8C-AF23-A3EFD93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AFEFA3-14B1-429E-99D4-BDB5F7B5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2995FB-F922-4B5A-9802-4503316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E9407A-4486-4507-B54D-69476DF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9CEAB9-158D-4142-A410-C64C8F9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52D063-6CF9-4375-8AFB-C98C967F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F66430B-EC15-40F0-8904-A88BD387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4人が6人をやさしくゆする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2BC363-D7EC-4EDE-ADE7-6273255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734C6D7-A393-4CCD-B591-83CF209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E0CF84-13A2-47F0-A40F-58DC2AB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0A73A0-9356-421B-9A3C-779A035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767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04A465-DE09-4E31-A441-8D0550C2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E9808-8531-4160-9774-B14AE5E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11B33-3D4E-41EC-8099-36E95BBE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場面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64750-1A0F-4429-AE37-7E139DE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「きれいな音は出ないけど、」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7B84A-A057-4C63-A075-A6362250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E1125-4880-4E74-A029-95DADD7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D6C58-A073-4BCF-BFFD-6E44A39B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3C5D3-333B-4B6E-AF51-C5E0D8A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98F32-DC08-4A7C-AA7C-FC740D8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4人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AC09-CDCA-4858-A725-95480B8B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6AD47-4C10-492C-AADF-643C274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4C32B-A705-4BAF-9912-7721635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D0248-5E1A-4A13-964A-D6A2A32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E4351-794D-4FC0-9FB0-8E2A8076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B59B5-1291-4BBD-9B0D-381FFC5E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最後列の3人と、中列の左端1人が立ちます。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2C664-321E-4381-96E2-578415A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E0B2B-AA1A-4AC1-BFD2-2CC7C39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A7905-1171-42B0-84D6-541DD303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残りの5人は座ったまま待ちます。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CB4DF-585E-44F2-92AE-4EB7A75B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992A2-BF10-4172-8009-682773BD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68C6C3-D0AB-4F15-A28D-4DB7562F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B44DC-EBED-4DB6-BD85-212FC9EA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812DF-28CA-4249-8EFA-36EAC7BD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BF38D-5293-4564-8785-D1557904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22CAA-D6BC-4AB9-8062-59F27B7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C12CA-D28F-49D6-B7EC-1F8B9F9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CA45C-40CF-4E70-AE43-8A3DDA69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8933E-ABCD-4A9B-A816-A7F0ABC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59C1C-7E99-427D-A5A5-364BAEDB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8A1A91-36D9-451D-BAB6-7D359683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DC2B4-9031-4E9C-9206-9C649FD6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A33A1D-1EE6-46D6-8ADF-466D9A62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074D9-CA51-4FE1-9908-2F7BB539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44536-9DF3-45EE-9DAD-03E5FAF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AAC495-9C31-4C22-9E6D-61C3B208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AF2DAE-92CC-495F-9D6A-0E22AA3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919E0-21C7-4AE1-B727-2A255143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71046-2D34-43AE-BA63-1AC819A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660DCF-2413-4EC7-AC74-A12F5B37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75C31A-A521-4567-9B54-E456118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13AB4B-707F-4A2D-A834-BA528B1B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A7F65C-B497-4611-A5C9-6650C4E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023CDA-6ACB-4F38-A44F-D325463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A73A03-F35A-45B4-8E93-920B4C17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6E11E-03E0-4483-A3E2-CF76AA9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960A94-ECB0-441E-A4D0-BE968CB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9653C-528D-45ED-A3D8-44C63EC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ECAAC2-7C24-4CA1-B47A-21E5416E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8C2D0A-BDD9-43F1-8E89-5212287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BA192B-DD86-4A17-8090-09BE555B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DEA408-FA83-4E3A-967F-3E888A6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94EDD9-7E86-4642-831B-3D1A0A81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FA11EE-27A1-4194-8951-3949A8B2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45ADED-A208-416B-B469-C867DD0D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BE4CE1-C68A-4DA1-ABF4-0E35774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878D41-3328-46D9-BF2C-4C00CF9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336ECD-29BC-4D31-A625-D7ABAC7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D5598D-2CBE-485D-A541-EA247C5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813741-DC21-4AB8-9382-F171232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9F55C1-F1E7-423B-AE5E-B221384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B132FA-7FCF-4C6B-A768-775580C3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244896-382F-4455-ABAD-1280E4F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D5EA53-A9CB-4420-89B9-7466651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B73845-B574-48E1-A347-1E0E93E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FCDE80-8826-4640-8D2B-79E22D8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ACE179-FF58-4116-BE6C-D8ECE55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A52AA3-18D1-43B0-840E-E1CE9C95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DECFE6-48D7-4FC8-87C8-C9B01D5D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89E4E0B-03E1-4B81-BDA8-9522C9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C7DE6F-DE2C-41FD-9E70-B5D381B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EDD4CA-DC5D-47B2-A1DB-9AD84A7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769ABB-4A72-4D74-92DB-4DACE8AC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5C178A-3776-4353-81B5-B7794F07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CB5FC5-03EC-42A7-BD35-A85EB1F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0F49A7-2C5D-40B3-AD5A-04208632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6009B2-25B1-49A9-A8C7-D887E793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BA1828-0A11-4992-B158-C9D42F10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8AC4D7-74E0-4CC1-BF44-63A9D0C4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047308B-E01A-4085-A717-23ED3C8F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D178CA-0C9D-4CC9-85DE-9871407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081AE1C-38C2-4906-8ED0-DE64BA9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5CA377-F3C0-432C-94DC-3A55C724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14D4DF-58D8-4B4E-92D8-17FA1D35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02BE5B-EA7B-4EC0-853A-FDCC6F1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FA6515-5653-415A-B731-4B7001C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0B6932-F9A9-42A8-848A-A1ED627E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A6CCADD-1961-4C2B-B65B-7E80BA03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23F985-02B7-4484-9696-8DF0A13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3D602D-C629-4815-A6FF-7082A54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E2E0EB-F2E2-47A3-AC21-D98897D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546309-7D1C-4117-9432-7910085B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B61724-3AF9-4135-9839-9BBD279A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7993B84-5A18-4772-B81C-DA47500D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1FBE33-A026-41A5-84A7-E1DD9A9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</p:spTree>
    <p:extLst>
      <p:ext uri="{BB962C8B-B14F-4D97-AF65-F5344CB8AC3E}">
        <p14:creationId xmlns:p14="http://schemas.microsoft.com/office/powerpoint/2010/main" val="399403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FAF3D34-0333-407D-AB55-0E06B2E6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673D6-0E38-4F64-9F74-EFAC5CF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065C-2013-4978-BC1C-72CA8C3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場面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F0225-49FC-4581-BE83-D1A8D9B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「あの鳴る鈴は私のように、」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D2A82-DFE9-44AD-900E-C53D65E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51F9A-B30B-4C60-8AA0-774BA4C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B3BA-7A2C-47C2-B356-9EC99E6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74C1F-2825-42C2-87F2-6FD3683A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1B788-E6B2-4B1B-9521-FE604F0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0DED8-AFE0-4D65-8716-C8AD22BC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697D3-333B-4963-9FD0-859B008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5E8CF-835B-41A7-A909-303DBB9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EBBC5-8442-4E57-8D94-030D050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2B9DD-6B9A-4D85-AB67-431F16E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87DC4-2F5A-45EB-BD93-CA962AD0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場面6の1人は座ります。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FDD8D-B424-4F63-9D7A-D75F252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A2F777-A753-4C5E-B8B9-3F3F81E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4D578-C8F9-479E-9CF4-042852C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最後列の右3人と、中列の左2人が読みます。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9E2679-9163-4E21-BA5A-609BE15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0BCE4-CA19-4BC3-8F57-EEE52ADF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F1F04-64F2-4638-A07F-6F8EC2D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18C26-3D9D-4D79-9BFF-4B14A5E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228B8-3475-498D-BE4A-CCC8ED6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BB71D-4CCC-4DD2-B1F4-99B28CE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1F1E0-0101-4092-A473-73FAF072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3C77A-A97C-4702-AC76-7DF0B01F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3A879-54E9-412D-ACE5-431093A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758801-B889-484C-87DF-DAF88735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8071B-D3DF-4944-8A5A-0B866EEA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5C8F8-42AE-4B2C-9E14-BACCAB60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9CE06D-5499-4608-ABFD-5B92165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2E430-DE1E-4F6E-AA91-800CDBD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BCE9EB-927C-4B66-A3AC-572B6DE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7394A-2B3F-4B40-908F-E60644ED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C4B984-9EF5-4EAB-A485-E1035667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AE8EFF-D09D-48F6-A4D5-26533A8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3B8AE7-30DA-4D11-8C83-F966F00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1534C8-D57F-47A3-BAB5-CD1134A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AD99EC-6DD1-4430-9799-8AC8566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0AEC4F-F08E-4D25-97A0-47146E9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0B7A9F-3B5C-4B3F-913B-980570E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47E524-0EF3-4560-BD2C-B3AF7746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82D20-EBCC-422D-A33F-F6DD518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284F41-A81A-4AE6-9319-8749331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2A1F19-4B94-4051-8174-B0796D6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F6EFB-EC58-4650-82E3-C43925EF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A422FA-74E1-4158-BAE2-2F7FBDE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6CC65B-0C5C-45D2-8918-D6B6F2C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D0DF78-1872-4B70-9F59-C5F4E282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9A4B60-BFE2-4093-9FD3-FD61B3FD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367970-04C0-4661-855E-7C95AD9D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73BF99-9A61-4ED8-BE16-6AE94197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FCCFA7-24C2-41B1-A4C7-086A6A2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786FF-C8B9-4E96-8F69-E9B77C5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BD61AE-EEE2-45D2-AE47-949E7AC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337FF3-3442-4742-913A-A599CFA9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A17AC8-3127-4005-92DB-5F3FDDD7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C04E71-678C-42E2-BE2D-6F34BAB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7B8CDC-8EA5-4D04-B043-34785559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0B03D4-9FEF-4EEB-8613-AC3C774D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B76FC-1791-45BD-8387-A73431D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767AF1-6E39-4E35-9446-7969E74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D237B7-C1A2-403A-8389-660296A1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329952-7814-4D91-B962-0DEE1ECB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E6AC54-19D6-42D1-BF40-C52E360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18F9BD-F3F8-40E0-B690-2467AABF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329714-82C9-424B-B907-02F2A7B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5FBF51-4DC2-4B4E-8895-C33F943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F6A4D0B-2369-4DBB-AA2F-00CCC14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FE88CD0-FF8F-4273-B6FA-50C56DAE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A4FC27-8585-42B4-B470-A139CB6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20E544-4F99-415C-96ED-B863ADD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BFBA45B-1760-49E5-BF1E-AEAFED3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549E5F-D9EA-4594-9351-DEE4864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BE03D3-6033-4D16-961D-2316AA1A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F613B1-F88A-4115-A083-10EEB7E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95A312-2F3A-4BC8-BFEE-9FE3681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4AAA28F-0E4D-4E6F-B84D-3CD51139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8F75C12-6E77-4B54-95B2-E9C99F1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0E4542-FE27-4CAD-9055-A147814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BE4968-FAF6-49E0-BF7C-06BEF95A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A91EF39-75EB-461B-A747-EDD68CB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F6E47D-AD9F-4929-8324-B2E02C58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6F69E2-D415-4077-943B-8597C31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5AE7D7-C069-4391-97D8-B25EABD8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B463ED-F523-4059-8F24-F45824B4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67D37B-FD59-4AFC-887D-57B8D53D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CE6E87B-108F-4035-88EB-4F04F6F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AEA0D1-33A7-4CD0-A6CB-15B3193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F30683-B7F1-4097-9F58-218919A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DB2DA6-FB3A-47AF-974C-FDB73C1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CA9CA6-08C2-4063-AF45-B9AE58F2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45B398B-286D-49EE-931A-8F2589B3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1A78585-FFD8-410C-ABEC-40E3573E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EDF8CC-5D4C-4968-A39A-4F078AF1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B3EEF6-7240-4F7E-B741-16BFAF4D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86D78F-66C5-4BBF-9ACD-E0BEC3C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E3F6E5-75C5-4E06-A084-950F3913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</p:spTree>
    <p:extLst>
      <p:ext uri="{BB962C8B-B14F-4D97-AF65-F5344CB8AC3E}">
        <p14:creationId xmlns:p14="http://schemas.microsoft.com/office/powerpoint/2010/main" val="963175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29D265-3556-4F6E-8C3C-A572F754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DE9B-4482-4C0C-BCA5-81D8304F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479A7-AF4D-4C0F-9BFB-746F791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場面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635B-E2F8-422B-8BBC-6AA51D2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「たくさんな唄は知らないよ。」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A5724-6DFF-49BF-A4BD-FEC4115A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5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E0323-6DD4-4D82-AB0E-31E70CCF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8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C3FFE-8266-459D-B0C9-7C452DD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AACE0-4A5C-42CE-A876-750080C2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55D14-670C-45FD-8B5E-54591255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5人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1DB73-1CF1-4569-90C9-EA6642B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89565-5F72-496E-A8A0-3A9CDBD2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座って読む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7BCB-33AA-4D6B-AA9A-8AA161E7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21AE4-F049-423A-8105-9819396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78B21-BF70-4C13-9F4C-A44505D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7FD83-EF29-4130-8C2B-1E5F160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まだ読んでいない5人が読みます。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A7AF5-DD02-430B-A23F-32C569DF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BBAE5-979E-437E-B78A-AA9292F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24B6F-C27E-4B82-A62D-78A4D3F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先に読んだ4人も座ったまま待ちます。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C1CDD-8633-42BC-8E5A-15F7EFB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95B4B-7B92-4033-A55D-98D172E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809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担当：＿＿＿＿・＿＿＿＿・＿＿＿＿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　　　＿＿＿＿・＿＿＿＿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1AF7A-C3FA-4A1C-9C68-2851CAA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7A228-AB81-480B-B065-9E816BC1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7B877-391D-4487-A8F1-8E47B3A8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6D378-39EA-495E-995D-39DFB764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117C6-1BE8-4A68-8A5E-20CD03D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41A5B-29CC-4605-A167-B385A041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BCBFE-6878-412D-B870-9CDA8D0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399019-BEA2-4567-B2EA-BC1F1F89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82EE7-CD21-47DF-8C2E-20F52F97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48385-BD7E-4E9B-BBC6-8F882539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8BEAB-B802-497C-9D5B-50F7389B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B4B1FA-E89C-4595-8383-DB96480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AD79B-7276-4970-B1F9-91DDEE25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F621B-0033-4612-87F3-B91435B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C7D1D-1831-4CDB-BAB9-181B97CD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ED6AD-C545-4A13-AD74-820108F0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77699B-6AA3-4400-BFE7-6B208EB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9FB94-E011-4E88-B14C-EF5704C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6D43D5-BED6-4B4F-B3F1-59DA5C6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7EF3D-9298-4B3D-918C-AC2AA755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58A13-42FE-4E6C-86E0-27BD56A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D87E3E-600D-4FA7-A3A3-4F087AE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5C157-735E-4C8C-A6A9-67A5FB7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EA21E-E5FD-4054-8E50-10EB93E0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5487BE-9BBE-4D4D-80F7-73F5CC19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65661-678C-41E3-ADA5-DBE6E9FA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C07984-3271-414D-BBC4-8EE15B0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6DCCEB-0624-4109-B1AA-0B7B5D11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582535-1144-45BF-9894-C02864E2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0C4ECC-BC19-4A4C-9DDF-518FF44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1BE539-7627-4EAC-887C-957AFC1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2478BD-478E-4CC7-9F0F-31E9DB1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B00F01-0E7F-4025-96AA-FB484292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F71845-3A62-48AA-8375-205411A1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9F6495-6C03-472F-B9B9-110146A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1EB9F1-9EF9-4B80-9F8F-2D2BF1C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E6F667-E845-4282-B69D-3EC131B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81E2C8-CF49-4E38-8905-193B1A4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A9C340-90DE-411D-9DC9-286A3AB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793DF8-EC6C-487D-AF93-C5461F34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9D470B-837C-4451-AC95-16BD96D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696B57-7F0A-41B2-A0E3-C84CA24B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BF52E2-5625-4E28-B712-2CB80275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1B1649-620D-4E1F-B530-E492D336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B2F4E1-85B6-449A-B423-0DD3878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79C3806-C040-47F3-BAD9-DADF4F0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5050BC-BCFB-4644-B5DA-DC41FE6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B86372D-67D9-4DC6-BBE1-40C45D7F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5789A7-2F38-46D3-816D-FA369E4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FE05EF-0453-4997-BC91-CFD75ED8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940B41-EE60-454F-A3A8-397E87A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F3CB44-A09C-4D1D-BDA2-34FD796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8B7F6B-1454-4EDF-84CA-F5658FB3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F9CC1F-A211-4022-9113-249C8F3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3EF000-8143-4D2E-9B57-F16972D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7C2048-7000-463A-9629-BF16CE1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AF8872-64EE-43D8-9A70-5FC48896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975F48F-4A85-4EC7-A1A3-1EFF716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7FF3B9-5245-4BF4-BA26-AC43BE68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7D838A-01EB-47CF-B2BF-399C343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ADBEDC-8AE7-4626-B506-EFD73F4B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CE1A93-5DC6-42CA-A1BF-B54C37D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D40403-7A98-4BA5-94DA-24B4D16A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7F442D-CD0C-420D-B612-C1C54737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850EB9-2BF9-4A73-B984-0211A00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A7B66A-9889-49B9-8CAB-3E0972F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B7D4DC-28D6-4AD0-8AC7-012AD62D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9438CE-34D7-4F15-8257-9DFC9733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26DD9E-1D95-4E79-81A6-E51F9472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255E9A-6564-40C7-86A1-CBF070CC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88947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49BFDA-A8EC-4F09-815E-5278129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E23D-1E6F-4C35-A96E-05039396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B8486-5F32-4A24-818E-4A31CF7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場面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6486-748F-4C7F-BC7C-A9F848C7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「鈴と、小鳥と、それから私、」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373A-A8CC-4FD3-85E9-B222755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6D042-C990-4361-84B4-1B66599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81C84-8D76-4250-90B5-9D1A68E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4E352-216B-4342-A467-93A2B1C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24DC9-DD9C-4ACB-AD64-7DE778EE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3チーム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3613E-BB99-435B-9B25-568DD49F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CE3F3-92A2-4977-98E6-07E5C7AA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8C5DC-8370-4138-97E9-BB7AF93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AD5EF-88AF-4C8D-9522-D49EB0D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前に出て読む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FBB40-4504-4D54-8D78-C83902C4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1997D-B489-404A-A7AA-1228E81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AEC4C-996F-465D-BA17-F50D08B0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9A468-23B8-4E92-8C5F-CC76E64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各チームの代表1人が前へ出ます。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7CBA7-AA95-4409-82EE-9F6804FE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B7F70-5103-479F-A8FB-FFF5B46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EE5BF-C0EE-4E10-9AB4-6B49BA5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3人でこの一節を読みます。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72629-D4EE-4427-987D-371B484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E141D-CE88-4841-964A-4B2708CA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小鳥：＿＿＿＿　私：＿＿＿＿　鈴：＿＿＿＿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5CF92-36EA-4F79-A016-E37955D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A9CDD-F5F7-4D91-8361-7EA30E1D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D160B-4E60-410C-8C92-7C74C8C9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3EB36-3B91-403D-BDDE-2C13C78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B2487-33A9-41C3-B4A0-73791540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00A05-7A05-43E1-8A6D-50181D4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5EF1C-193A-4498-ACE5-BD669B1E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F941C-5A2D-491B-9DC3-D6088CB8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F594E3-B660-4463-B297-B4DB2DBC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B7B463-094A-4213-B0E4-07F2E12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41CA0-4B62-4DAA-95F3-39A17265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F5CA3F-90A0-47E6-BC4A-DE41902E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0F4B2-5B76-4AFB-A924-1CD0DAC6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E9E66-D250-4687-A827-413FBDD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BDC8C8-8CE1-4D38-8AE6-368D7663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DE0350-1812-4F97-A9FD-79F825D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295E14-FC18-4038-B3CC-399DEDC7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77BD51-6A17-4DA3-96D3-865FCC7C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D3E4A8-DE07-4ACF-9EC8-956D66D1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74ED4-DABD-4FE3-A9F3-E323B8A7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04FBD8-D9C3-4438-9C8C-60656244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A0714-27DC-492C-9DC1-72FF644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7BEB96-0097-42FC-BC72-8F14EF58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F8BE99-6A78-4B35-B6C5-2F29A247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A78438-33CF-4CAA-9BF5-7FA9CC9B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0B438E-6C92-443A-A774-E7F06C6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9D6533-74E7-409B-87C4-CB43A47A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45F96F-A0FB-4E78-ADB1-551AB35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689E5-0316-4CC6-B265-4F8795D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579465-5046-4A09-9C0B-1844704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3C943D-23A3-4B8E-8048-38E0095F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941BCD-7B4D-4E6B-8D49-1F86F3B4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0B0A5C-0871-4460-832B-A2150EC1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ED1D77-20EE-4192-A1EE-35CC111F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EF3826-0AB4-4798-978A-A949235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42DBAD-9A4B-486F-B625-80AF0320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90CA55-1D65-4EE8-8884-E7121E5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F4CA02-9AD1-4677-B7F1-25BA235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5DBE02-514C-47B4-B9C7-3CF5015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6FF933-B621-40CE-8D82-3A76FE56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63489C-1895-428D-8651-A23CB6D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B6F6D9-0F45-4760-A77F-91092E1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6BF22C-020C-4CE2-AC6F-00E3E23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D46C42-35CA-4303-BCCA-9519FDD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857D25-43AC-4D4E-A646-26499270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0FAC74-5A62-4EDB-AA45-B6B1ACE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30C3BF-154D-403B-B12D-796D26B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5DADB9-E4A0-447F-B5E0-BACD15C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1BCF9AA-FDC0-4EB7-9B18-ECCF1685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12C947-91C3-4933-8429-9907A7CF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BE146A-A18D-440D-AAEB-5254F0E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D3A8A5C-2748-4828-BE99-1FF52AD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0F3829-35BB-410E-A64A-DB3AE45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F731B6-937A-4CB4-BD96-529449EA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93A8F4-220D-4E4A-A84B-3DCFAC2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EA3B99-4E74-4F6F-8D56-4193E87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0CDD27E-C298-47CE-B8A5-2CDA414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BE65DF-C275-4CA8-81FC-B3B58AF8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09A49B-DFB8-4DBB-8642-A69DF9CC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024994-E162-40D1-98A5-1163A08F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座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49B645-47F8-4413-ADEE-14B3797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8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F0C4087-1B48-43CC-91E7-7B49ED1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911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0861D5-93CC-490D-9F10-F7D1303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81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1AFFEB-D97C-4CBD-BF24-260DB4A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911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A1F098-D5AD-4739-BFD2-EA767477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81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178CCF-9CAB-4DBF-B1C0-91B437F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ctr"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代表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118A0B-F44C-4C21-B398-A13E74B9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6B856AC-A0E3-47D6-A357-A83DB96E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9012A7-725B-4A0E-BCA0-5F9139E6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039779-5CD0-47B6-A975-F0FC932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437192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66A689-2B14-4EC3-9B67-118CBBC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EAC41-60C7-42E1-A876-6001A27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C3122-7DBE-4CB8-B4AE-C1AB6A0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場面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5FF6E-0EFE-45F3-A2FC-A564D979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「みんなちがって、みんないい。」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38385-67E0-4F54-9D0A-D153618F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EA994-9CC2-4588-9D2A-EC18126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26D82-3B30-4CF2-A54E-EF055C3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F0246-E62E-4BC4-BA18-CFA7DED9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85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DB821-769E-446D-9808-D9D4B7E8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8625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3組全員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AD0DE-289A-410A-971A-6C3A389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読む人数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D05D5-8441-420D-9269-601142C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69"/>
          </a:bodyPr>
          <a:lstStyle xmlns:a="http://schemas.openxmlformats.org/drawingml/2006/main">
            <a:defPPr algn="l"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28人全員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04F98-A0F1-4AE5-AB6F-6AC55B3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5686"/>
          </a:bodyPr>
          <a:lstStyle xmlns:a="http://schemas.openxmlformats.org/drawingml/2006/main">
            <a:defPPr algn="l"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姿勢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9E1E1-A94A-412A-A98F-7685FB1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立って読む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C71C-9A5E-4515-9DF1-DE3284F3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55906-E789-48D6-A3A8-B4AC59B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73A8-F0CB-45DF-8434-DDC108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E7B2C-8AC2-4BD2-9691-11F72BD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7147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3チーム全員が立ちます。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83EA9-0C4E-4E54-8AC6-0308771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C6CC0-6827-436B-8ABF-179AA8D0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0E789-D4A0-4754-87CB-431B21C8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053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呼吸を合わせて、声をそろえて読みます。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3D303-0556-49AB-83C3-37F2037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B0"/>
          </a:solidFill>
          <a:ln xmlns:a="http://schemas.openxmlformats.org/drawingml/2006/main" w="0">
            <a:solidFill>
              <a:srgbClr val="C8BFB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5579E-7A9A-46D2-AAA5-0025EFA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担当：3組全員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C6F7A-B59D-4416-9488-5B036AB8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舞台を上から見た配置図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B8F4F-4E0E-4535-9CD0-DB197CC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76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r"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下が客席です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F1341-506E-4DFF-B585-9ED4759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90725"/>
            <a:ext cx="7810500" cy="4010025"/>
          </a:xfrm>
          <a:prstGeom xmlns:a="http://schemas.openxmlformats.org/drawingml/2006/main" prst="roundRect">
            <a:avLst>
              <a:gd name="adj" fmla="val 142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28575">
            <a:solidFill>
              <a:srgbClr val="2331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E3555-0FE8-41FA-ADD6-7797EB7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ctr"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舞台奥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3717F-66C2-4077-872B-885C990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366FE-EC0D-4904-9DB1-C717EC81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小鳥チーム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3727CE-CE7A-4B37-9B34-3D3F452D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024771-954B-4331-AED1-8CB88DF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E48CF-D62D-4EDD-969D-CF78A4DF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B6DB3-875E-4EE2-ADC8-AAB44EFC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229C2-CDB4-43BD-A074-D9F9319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283241-3081-4D1E-9A16-42ACFA4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BA59A-2CB0-456C-B3CA-293C0C9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4F24C-5E1A-444E-9CCF-EF70144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E9A95-D37F-4602-9765-62A4BC0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735DCC-3B78-49F5-9D00-1DBB1B16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A5F0EA-8691-4F32-A01F-8B711A44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A641BA-9675-4D1F-9DE1-2EACDC6C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D54754-1EB7-4EEF-A732-AACF2F98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686C06-440D-4560-8123-72A5588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FA51F9-282B-4210-97D3-5AF0086B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3DC540-5E15-4EE9-B714-86DC1BB8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ED9B2D-9F86-4883-B921-0285C6E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7D10C4-231D-477F-97BE-FD64E32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D2C412-3D28-4C6B-A165-9840B76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EA986E-1DBC-4130-BD6C-326326B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15D58A-9811-4C86-9A23-F38D1906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AE3981-D983-4207-A119-00CB6AB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1F6EDB-5E74-4321-B6CE-F480262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CFC8C1-D4CB-434B-963D-AC332EC0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A51677-6215-4BB8-9273-BD33F858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A5BB7F-25BD-45F9-BB73-4145A21C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5257D4-0B56-48C5-B13C-EC0260B2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347B9F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084418-85E1-4BE8-9B3A-A9D819F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667000" cy="3095625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DED6"/>
          </a:solidFill>
          <a:ln xmlns:a="http://schemas.openxmlformats.org/drawingml/2006/main" w="19050">
            <a:solidFill>
              <a:srgbClr val="E66F5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59BE99-F687-4980-BFC0-4A61BB5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私チーム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2475DCF-7AD8-43F5-A62C-9520901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201D2F-6E6A-4804-AE22-B0BF365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BFD76C-121D-4B50-9CC4-98E0CC7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D15D3A-956F-4229-9A5F-4BA7D72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3643FD-94D8-4003-8268-6E59E9EE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E2A2F0-FB86-42B0-B4E2-7A4C4D21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E0C3A8-EF2E-408C-9059-FC303CC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71415B-1959-483A-B4D2-31F5E301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5B3FE3-D11E-4BF2-BCDB-FC282FD5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B5EB3F-138F-45BB-A813-1D1FB45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62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61A643-EA58-4E13-980C-2C18B16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C41E4B-3581-4A2F-8AF5-D1BDF0F0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908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C6E6FD-4DBC-4DBD-A75C-06C2DCB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753E2D-7704-4A74-A6C1-DB8754A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7356C1-FB14-4C8B-AD0A-AC7D801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4E66B9-7576-46A9-92B8-C51B81F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602B78-7B1F-42FA-8420-18C45E5C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AC24CC-98F0-41AF-8371-F53C0F5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A77AA7D-7D3D-4926-9CFE-EA3F465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E2D9A2-7E02-4C89-AA2F-8A47D28B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845A63-5495-43E6-B0E9-1E59C17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4426D12-A992-46F5-AF20-151ADF99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324CB3-072D-4E14-AAE9-A7FC2CDC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F6A9AD-A177-4B48-8A91-52F30656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D63423-AA0D-4FAD-BCFA-ABB1B4E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379867-0C02-4F3D-90EF-980C71B8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DFE86B-340E-4782-BC43-6D6F9DF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D87D93-ED97-4E67-8AA6-F31595B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91BA13-64F0-48CB-8166-E6A07781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016D2E-EABE-444E-AE50-33FCFD23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2435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BD4B31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023046-0A13-44CB-AA1E-2B10677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095500" cy="30956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6BECA7-C1CC-4DFD-962C-6AB8E7D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ctr"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鈴チーム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6619A6-ABE2-4B73-BA29-0F54DE6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4BD87E5-5C00-4642-AEA7-873AC1C5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D1309D-6B48-448F-9C93-6C9FC54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8E60E32-ED57-4B3F-AE1E-9D2A7C4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0451E8-AFA4-42B5-9DB7-5D8587BA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59E178-8065-497A-AC21-8B90484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138DC6-D48B-426D-A8DF-18A65FDF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7EF10E-F381-4E7A-8699-DFF8D064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194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AC1C3F-D11C-4A5C-867D-4469736C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384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68767AC-2D72-444A-B72F-488B4DA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0917C7-E436-47AA-8BAC-0FA05A8B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A064FD-C9B9-4958-A934-62346E80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573A3F-001D-45A4-ACD3-87540B3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8D0B5A-BC21-4009-B13A-231D5DF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2AC3B8D-057D-4153-B63D-10E49167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675A32-292B-4337-B69B-3FE033E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0B3950-B7E7-4D5C-9031-7EEFC285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290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799791-EF94-4F50-B88C-EC8CB1E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480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3787352-A209-41F6-A185-483FFF0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2FA423-F8CD-439B-94D1-688E836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89B4B9-DA44-48D2-9AA7-FA7615B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D4463C-9725-466A-91EC-73BD7551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16B5FE-2190-4F98-8662-32823B56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D83F135-255A-41A5-BA4A-C3163F1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88CC89B-8158-4D44-A033-429CC4E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29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0D068C-D1D2-4796-B4FD-D93ABE68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>
            <a:defPPr algn="ctr"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読む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7780584-755B-45FD-BDF3-B26BB1F9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57675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>
            <a:defPPr algn="ctr"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B751A"/>
                </a:solidFill>
                <a:latin typeface="Hiragino Sans"/>
                <a:ea typeface="Hiragino Sans"/>
                <a:cs typeface="Hiragino Sans"/>
              </a:rPr>
              <a:t>立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10D849-317C-496C-A564-07CDB09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24525"/>
            <a:ext cx="781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8D8491-020F-4BD6-BF9A-B7B55B3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435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>
            <a:defPPr algn="ctr"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舞台前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CC3BF2E-7529-4F3A-A84C-C71F2EC1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3C88C4A-F601-4402-9A1B-1E28093D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57681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7A937D-A897-4EB1-B4E4-814113B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BE87-DA85-4D3E-9B41-B606AA5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9E66D-E9C6-4DEC-A2C8-BBF2075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10場面の流れ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1CE87-7270-418E-91B6-F703835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自分が読む場面と、前後の動きを確認します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2F266-9DD5-482D-B3FF-ED6CC03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01B02-7A96-46D7-83C3-61B047FD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DEA8A-E86C-4A8A-814A-DA0D3405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94C01-BA92-40FA-A5D6-017CBF5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私が両手をひろげても、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34211-EAD2-4513-BFCE-077557E4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1人・立って読む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2531C-9DF2-412F-81D1-852B34A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335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0CCB0-3D0D-486E-A608-F1232B2E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BBB7E-594E-4E1C-A15F-FC1A9A61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56396-593B-4ECC-83BD-2E24A50A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お空はちっとも飛べないが、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338AB-CE65-42CA-8977-3A992FF6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0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3人・座って読む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65F64-B148-42D2-B93E-8D56ADC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69AFC-ADE7-483D-A7F5-DE9288AA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68EA9-4E8C-44D9-A28C-BAD4E16F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5A416-D91C-421F-AB9B-45BAF80B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飛べる小鳥は私のように、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C951D-869D-4222-ACB0-26F2CB4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5人・立って読む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30682-8F6D-4C40-B856-B7A00089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67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42C12-EEA3-4498-AD02-559DE7A9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EC9D9-25E6-4F1A-B671-DC6D317E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56A9D-1F38-4FA2-B534-469F4B0E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91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地面を速くは走れない。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B63CD-0A43-44AC-97ED-4212059A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33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6人・座って読む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7A52F-4954-4046-BC4B-31A89F8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33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68A9C9"/>
                </a:solidFill>
                <a:latin typeface="Hiragino Sans"/>
                <a:ea typeface="Hiragino Sans"/>
                <a:cs typeface="Hiragino Sans"/>
              </a:rPr>
              <a:t>小鳥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56F37-EDDC-4D4F-AE65-02B381F7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30AFE-2301-4DFA-BE20-27CABCF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32DA60-B7BA-4628-A5D7-001354E9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私がからだをゆすっても、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56025-3301-4D0C-B042-92B65D2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4人・立って読む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51E7C-253D-4E0C-BEC8-A35B2D6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006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F7007-BD3F-42A1-B1CB-DEF4147E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DC3925-51E0-43B0-B4AB-F94236E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383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F2E917-55CA-44B7-9932-B5C5BA7C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きれいな音は出ないけど、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0D5A74-5411-4D66-8F22-9CE3173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4人・立って読む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754E1-22AF-4534-9546-A3DD75A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335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62BA35-2D66-4F9F-BD8B-6E7D42B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C80E40-A623-44F9-AC86-80583593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7860C0-669C-46B7-A8ED-5960C9B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574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あの鳴る鈴は私のように、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DD488-6EF7-431A-BB96-36A033E4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5人・立って読む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C8137-70AE-4D37-9A27-CD14A7E0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0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FD4DF-A5C3-42CF-820E-0580ACC4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EF86E-38A0-4BB7-9ECD-9BDB03B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D151C4-2B10-44D6-8CBD-247FE18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たくさんな唄は知らないよ。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AE7593-4ECD-426C-BC97-668B13B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5人・座って読む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4ECD60-D796-4CC1-AA08-3754718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67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B947"/>
                </a:solidFill>
                <a:latin typeface="Hiragino Sans"/>
                <a:ea typeface="Hiragino Sans"/>
                <a:cs typeface="Hiragino Sans"/>
              </a:rPr>
              <a:t>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F43A01-0832-4BAD-AE52-4B27D6F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3D8D3-074B-41CF-8D1F-6974D28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A40CCE-9AF0-444F-ACB9-C8A1782E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10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鈴と、小鳥と、それから私、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79141C-1910-41E2-963B-3EA84C73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3人・前に出て読む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9544F4-5AB2-4F32-B693-C87E0F5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3チーム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4E172E-E09B-4573-9789-B9812E9E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95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D39FCC-8502-4534-8A72-AB2A1C06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054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7C873F-10CA-47FA-A45E-EEAE93A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>
            <a:defPPr algn="l"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みんなちがって、みんないい。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EA005F-7FE3-44FB-8771-5645BB6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00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28人全員・立って読む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16C49E-1DEC-41E8-825E-2AB41F32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006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E66F51"/>
                </a:solidFill>
                <a:latin typeface="Hiragino Sans"/>
                <a:ea typeface="Hiragino Sans"/>
                <a:cs typeface="Hiragino Sans"/>
              </a:rPr>
              <a:t>全員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DF8A5E-B1D7-434C-880D-0C489B5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1F1963-4655-4F9E-8981-F131D532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6391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7A8EA0-92EA-4890-9699-EC11CF1D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-1000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C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DC4E9-2299-404E-AE5A-43953C9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D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45D16-D241-4D4A-97E9-52641F8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練習で確認すること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FCF63-869B-4BCD-80AB-02405C17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声と動きをそろえるためのチェック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554DD-46E6-45CD-8EFB-CAC5574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6207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D6954-8899-4936-83E3-281F0D8A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73816-9614-4726-BA50-6C9CFC7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D4C55-0746-4E0F-B116-90400D3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自分の場面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0B686-3400-4945-8B01-C4EAEA5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読む場面と、待つ場面を確認する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2D85F-C837-404D-B7F1-22AA725A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717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FF4D6-5A7D-4215-9F80-A8B3A5E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76C6C-2C37-49CA-8DD5-E529940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1AE31-12FC-4828-B64B-CF84079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立つタイミング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618C-B923-4FDF-AC38-F8A9DE8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前の一節が終わってから静かに動く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10684-C970-4E96-A93F-1EB5680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908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95F56-D043-4FC9-A422-5E2BBFE1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7"/>
          </a:solidFill>
          <a:ln xmlns:a="http://schemas.openxmlformats.org/drawingml/2006/main" w="28575">
            <a:solidFill>
              <a:srgbClr val="E6B9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446D0-3C55-4BF7-9FDB-EEDAC70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A363A-10B6-459F-ABA5-2E35438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客席の方向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C52C0-2FB1-4081-AC82-D78CE11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体と声を客席へ向ける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F4B3C-2263-4F84-BD31-3DF56914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002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9643D-6F31-4410-B229-136B6F1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9C9"/>
          </a:solidFill>
          <a:ln xmlns:a="http://schemas.openxmlformats.org/drawingml/2006/main" w="28575">
            <a:solidFill>
              <a:srgbClr val="68A9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E25FC-4F5B-4007-B6DD-20B92434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1CE85-2171-428C-A72C-561F019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動作の大きさ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7FB20-D15D-4C15-81E5-A2DE3655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48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詩が伝わる大きさで、急がず動く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C9FA7-756F-4BE1-AF08-706D354A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07A00-327E-4BDC-803C-3BED99D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F51"/>
          </a:solidFill>
          <a:ln xmlns:a="http://schemas.openxmlformats.org/drawingml/2006/main" w="28575">
            <a:solidFill>
              <a:srgbClr val="E6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D3FCD-209C-4348-B807-CCE4D27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14076-6966-4087-B302-D6062275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57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83"/>
          </a:bodyPr>
          <a:lstStyle xmlns:a="http://schemas.openxmlformats.org/drawingml/2006/main">
            <a:defPPr algn="l"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最後の一節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48431E-17F7-42C9-A382-507F46D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28人で呼吸を合わせて読む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4A8A98-4EA9-4649-8649-13A33BC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3313D"/>
          </a:solidFill>
          <a:ln xmlns:a="http://schemas.openxmlformats.org/drawingml/2006/main" w="0">
            <a:solidFill>
              <a:srgbClr val="2331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DDC05-61FC-4BBD-BE39-2EACE936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6742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FFFDF8"/>
                </a:solidFill>
                <a:latin typeface="Hiragino Sans"/>
                <a:ea typeface="Hiragino Sans"/>
                <a:cs typeface="Hiragino Sans"/>
              </a:rPr>
              <a:t>分からない動きは、その場で止めて確認します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A2503B-5828-4FB8-B114-2197C53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3313D"/>
                </a:solidFill>
                <a:latin typeface="Hiragino Sans"/>
                <a:ea typeface="Hiragino Sans"/>
                <a:cs typeface="Hiragino Sans"/>
              </a:rPr>
              <a:t>▼ 客席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BA3C2-46C6-438E-AF9B-8246C70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>
            <a:defPPr algn="r"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 algn="r">
              <a:buNone/>
              <a:def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4717D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8478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2026-10-13T08:49:02.2310000Z</dcterms:created>
  <dcterms:modified xsi:type="dcterms:W3CDTF">2026-10-13T08:49:02.2310000Z</dcterms:modified>
</coreProperties>
</file>